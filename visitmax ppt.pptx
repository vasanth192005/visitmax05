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74" r:id="rId8"/>
    <p:sldId id="271" r:id="rId9"/>
    <p:sldId id="272" r:id="rId10"/>
    <p:sldId id="279" r:id="rId11"/>
    <p:sldId id="261" r:id="rId12"/>
    <p:sldId id="267" r:id="rId13"/>
    <p:sldId id="277" r:id="rId14"/>
    <p:sldId id="280" r:id="rId15"/>
    <p:sldId id="288" r:id="rId16"/>
    <p:sldId id="291" r:id="rId17"/>
    <p:sldId id="292" r:id="rId18"/>
    <p:sldId id="289" r:id="rId19"/>
    <p:sldId id="290" r:id="rId20"/>
    <p:sldId id="278" r:id="rId21"/>
    <p:sldId id="281" r:id="rId22"/>
    <p:sldId id="282" r:id="rId23"/>
    <p:sldId id="283" r:id="rId24"/>
    <p:sldId id="284" r:id="rId25"/>
    <p:sldId id="285" r:id="rId26"/>
    <p:sldId id="28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561C08-C971-4606-BD12-C719B8376C8D}" v="99" dt="2026-03-12T20:54:57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>
        <p:scale>
          <a:sx n="50" d="100"/>
          <a:sy n="50" d="100"/>
        </p:scale>
        <p:origin x="77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h Selvaraj" userId="466891269d856812" providerId="LiveId" clId="{8C150BB2-9218-488B-B012-E3F261622E26}"/>
    <pc:docChg chg="undo custSel addSld delSld modSld sldOrd">
      <pc:chgData name="Vasanth Selvaraj" userId="466891269d856812" providerId="LiveId" clId="{8C150BB2-9218-488B-B012-E3F261622E26}" dt="2026-03-12T21:03:27.583" v="2113" actId="1076"/>
      <pc:docMkLst>
        <pc:docMk/>
      </pc:docMkLst>
      <pc:sldChg chg="addSp delSp modSp mod">
        <pc:chgData name="Vasanth Selvaraj" userId="466891269d856812" providerId="LiveId" clId="{8C150BB2-9218-488B-B012-E3F261622E26}" dt="2026-03-12T21:03:27.583" v="2113" actId="1076"/>
        <pc:sldMkLst>
          <pc:docMk/>
          <pc:sldMk cId="1671584132" sldId="256"/>
        </pc:sldMkLst>
        <pc:spChg chg="add mod">
          <ac:chgData name="Vasanth Selvaraj" userId="466891269d856812" providerId="LiveId" clId="{8C150BB2-9218-488B-B012-E3F261622E26}" dt="2026-03-12T21:03:23.164" v="2112" actId="20577"/>
          <ac:spMkLst>
            <pc:docMk/>
            <pc:sldMk cId="1671584132" sldId="256"/>
            <ac:spMk id="2" creationId="{2C011224-1EE7-542B-E55A-DD67DCB4C6A5}"/>
          </ac:spMkLst>
        </pc:spChg>
        <pc:spChg chg="add mod">
          <ac:chgData name="Vasanth Selvaraj" userId="466891269d856812" providerId="LiveId" clId="{8C150BB2-9218-488B-B012-E3F261622E26}" dt="2026-03-12T21:03:27.583" v="2113" actId="1076"/>
          <ac:spMkLst>
            <pc:docMk/>
            <pc:sldMk cId="1671584132" sldId="256"/>
            <ac:spMk id="3" creationId="{A933460E-F61F-D87B-B5A4-54D299F9D3CC}"/>
          </ac:spMkLst>
        </pc:spChg>
        <pc:spChg chg="del mod">
          <ac:chgData name="Vasanth Selvaraj" userId="466891269d856812" providerId="LiveId" clId="{8C150BB2-9218-488B-B012-E3F261622E26}" dt="2026-03-12T19:56:11.668" v="1341" actId="478"/>
          <ac:spMkLst>
            <pc:docMk/>
            <pc:sldMk cId="1671584132" sldId="256"/>
            <ac:spMk id="6" creationId="{54EB9CB0-8C61-8205-03E8-D386B3516AB2}"/>
          </ac:spMkLst>
        </pc:spChg>
        <pc:spChg chg="mod">
          <ac:chgData name="Vasanth Selvaraj" userId="466891269d856812" providerId="LiveId" clId="{8C150BB2-9218-488B-B012-E3F261622E26}" dt="2026-03-12T21:03:14.363" v="2106" actId="20577"/>
          <ac:spMkLst>
            <pc:docMk/>
            <pc:sldMk cId="1671584132" sldId="256"/>
            <ac:spMk id="7" creationId="{08E908C2-BFB8-792F-3B2F-687355A5925E}"/>
          </ac:spMkLst>
        </pc:spChg>
        <pc:spChg chg="mod">
          <ac:chgData name="Vasanth Selvaraj" userId="466891269d856812" providerId="LiveId" clId="{8C150BB2-9218-488B-B012-E3F261622E26}" dt="2026-03-12T19:59:06.814" v="1390" actId="1076"/>
          <ac:spMkLst>
            <pc:docMk/>
            <pc:sldMk cId="1671584132" sldId="256"/>
            <ac:spMk id="8" creationId="{3209DB0F-C47A-F954-3153-B75C36EBFE71}"/>
          </ac:spMkLst>
        </pc:spChg>
        <pc:picChg chg="mod">
          <ac:chgData name="Vasanth Selvaraj" userId="466891269d856812" providerId="LiveId" clId="{8C150BB2-9218-488B-B012-E3F261622E26}" dt="2026-03-12T18:59:30.951" v="874" actId="1076"/>
          <ac:picMkLst>
            <pc:docMk/>
            <pc:sldMk cId="1671584132" sldId="256"/>
            <ac:picMk id="1026" creationId="{C478EA76-33B6-3958-0E17-6C0A2DDD0CC1}"/>
          </ac:picMkLst>
        </pc:picChg>
      </pc:sldChg>
      <pc:sldChg chg="addSp delSp modSp mod">
        <pc:chgData name="Vasanth Selvaraj" userId="466891269d856812" providerId="LiveId" clId="{8C150BB2-9218-488B-B012-E3F261622E26}" dt="2026-03-12T20:35:51.914" v="1730" actId="20577"/>
        <pc:sldMkLst>
          <pc:docMk/>
          <pc:sldMk cId="7781878" sldId="257"/>
        </pc:sldMkLst>
        <pc:spChg chg="mod">
          <ac:chgData name="Vasanth Selvaraj" userId="466891269d856812" providerId="LiveId" clId="{8C150BB2-9218-488B-B012-E3F261622E26}" dt="2026-03-12T18:57:42.498" v="821" actId="1076"/>
          <ac:spMkLst>
            <pc:docMk/>
            <pc:sldMk cId="7781878" sldId="257"/>
            <ac:spMk id="2" creationId="{B7363404-E1D9-C158-58BC-709B936C560F}"/>
          </ac:spMkLst>
        </pc:spChg>
        <pc:graphicFrameChg chg="add mod modGraphic">
          <ac:chgData name="Vasanth Selvaraj" userId="466891269d856812" providerId="LiveId" clId="{8C150BB2-9218-488B-B012-E3F261622E26}" dt="2026-03-12T20:35:51.914" v="1730" actId="20577"/>
          <ac:graphicFrameMkLst>
            <pc:docMk/>
            <pc:sldMk cId="7781878" sldId="257"/>
            <ac:graphicFrameMk id="3" creationId="{992CFA3C-E514-0A87-E141-C85FCB68AEAB}"/>
          </ac:graphicFrameMkLst>
        </pc:graphicFrameChg>
        <pc:graphicFrameChg chg="del mod modGraphic">
          <ac:chgData name="Vasanth Selvaraj" userId="466891269d856812" providerId="LiveId" clId="{8C150BB2-9218-488B-B012-E3F261622E26}" dt="2026-03-12T18:21:25.595" v="327" actId="478"/>
          <ac:graphicFrameMkLst>
            <pc:docMk/>
            <pc:sldMk cId="7781878" sldId="257"/>
            <ac:graphicFrameMk id="5" creationId="{5EE1ADB4-8A68-B823-FFDE-449294155B4C}"/>
          </ac:graphicFrameMkLst>
        </pc:graphicFrameChg>
      </pc:sldChg>
      <pc:sldChg chg="del">
        <pc:chgData name="Vasanth Selvaraj" userId="466891269d856812" providerId="LiveId" clId="{8C150BB2-9218-488B-B012-E3F261622E26}" dt="2026-03-12T18:22:40.608" v="340" actId="47"/>
        <pc:sldMkLst>
          <pc:docMk/>
          <pc:sldMk cId="1082243840" sldId="258"/>
        </pc:sldMkLst>
      </pc:sldChg>
      <pc:sldChg chg="addSp delSp modSp new mod">
        <pc:chgData name="Vasanth Selvaraj" userId="466891269d856812" providerId="LiveId" clId="{8C150BB2-9218-488B-B012-E3F261622E26}" dt="2026-03-12T19:21:46.198" v="979" actId="14100"/>
        <pc:sldMkLst>
          <pc:docMk/>
          <pc:sldMk cId="1128288721" sldId="258"/>
        </pc:sldMkLst>
        <pc:spChg chg="add mod">
          <ac:chgData name="Vasanth Selvaraj" userId="466891269d856812" providerId="LiveId" clId="{8C150BB2-9218-488B-B012-E3F261622E26}" dt="2026-03-12T19:21:02.280" v="956" actId="20577"/>
          <ac:spMkLst>
            <pc:docMk/>
            <pc:sldMk cId="1128288721" sldId="258"/>
            <ac:spMk id="4" creationId="{7DC978A5-C66B-6122-AC5E-39590243DCD4}"/>
          </ac:spMkLst>
        </pc:spChg>
        <pc:spChg chg="add mod ord">
          <ac:chgData name="Vasanth Selvaraj" userId="466891269d856812" providerId="LiveId" clId="{8C150BB2-9218-488B-B012-E3F261622E26}" dt="2026-03-12T19:21:46.198" v="979" actId="14100"/>
          <ac:spMkLst>
            <pc:docMk/>
            <pc:sldMk cId="1128288721" sldId="258"/>
            <ac:spMk id="5" creationId="{A15D0F21-FCAE-27A2-BF40-5ECF5A5CDA9A}"/>
          </ac:spMkLst>
        </pc:spChg>
        <pc:graphicFrameChg chg="add del mod">
          <ac:chgData name="Vasanth Selvaraj" userId="466891269d856812" providerId="LiveId" clId="{8C150BB2-9218-488B-B012-E3F261622E26}" dt="2026-03-12T18:26:36.343" v="387" actId="478"/>
          <ac:graphicFrameMkLst>
            <pc:docMk/>
            <pc:sldMk cId="1128288721" sldId="258"/>
            <ac:graphicFrameMk id="2" creationId="{960BE655-1F32-2111-C1C2-28E3927D7DB0}"/>
          </ac:graphicFrameMkLst>
        </pc:graphicFrameChg>
      </pc:sldChg>
      <pc:sldChg chg="del">
        <pc:chgData name="Vasanth Selvaraj" userId="466891269d856812" providerId="LiveId" clId="{8C150BB2-9218-488B-B012-E3F261622E26}" dt="2026-03-12T18:22:41.768" v="341" actId="47"/>
        <pc:sldMkLst>
          <pc:docMk/>
          <pc:sldMk cId="209453081" sldId="259"/>
        </pc:sldMkLst>
      </pc:sldChg>
      <pc:sldChg chg="addSp delSp modSp new mod">
        <pc:chgData name="Vasanth Selvaraj" userId="466891269d856812" providerId="LiveId" clId="{8C150BB2-9218-488B-B012-E3F261622E26}" dt="2026-03-12T19:22:48.389" v="992" actId="478"/>
        <pc:sldMkLst>
          <pc:docMk/>
          <pc:sldMk cId="2606929658" sldId="259"/>
        </pc:sldMkLst>
        <pc:spChg chg="add mod">
          <ac:chgData name="Vasanth Selvaraj" userId="466891269d856812" providerId="LiveId" clId="{8C150BB2-9218-488B-B012-E3F261622E26}" dt="2026-03-12T19:22:06.057" v="981" actId="1076"/>
          <ac:spMkLst>
            <pc:docMk/>
            <pc:sldMk cId="2606929658" sldId="259"/>
            <ac:spMk id="3" creationId="{6549977B-BB03-4BEC-C50E-E9297BCEF58C}"/>
          </ac:spMkLst>
        </pc:spChg>
        <pc:spChg chg="add del mod">
          <ac:chgData name="Vasanth Selvaraj" userId="466891269d856812" providerId="LiveId" clId="{8C150BB2-9218-488B-B012-E3F261622E26}" dt="2026-03-12T19:22:48.389" v="992" actId="478"/>
          <ac:spMkLst>
            <pc:docMk/>
            <pc:sldMk cId="2606929658" sldId="259"/>
            <ac:spMk id="5" creationId="{ED6FC39C-9482-3B6B-0184-C13157292815}"/>
          </ac:spMkLst>
        </pc:spChg>
        <pc:spChg chg="add mod">
          <ac:chgData name="Vasanth Selvaraj" userId="466891269d856812" providerId="LiveId" clId="{8C150BB2-9218-488B-B012-E3F261622E26}" dt="2026-03-12T19:22:40.126" v="990" actId="113"/>
          <ac:spMkLst>
            <pc:docMk/>
            <pc:sldMk cId="2606929658" sldId="259"/>
            <ac:spMk id="6" creationId="{9CB7EF66-9101-6B8C-747D-DFB6463E2EE9}"/>
          </ac:spMkLst>
        </pc:spChg>
      </pc:sldChg>
      <pc:sldChg chg="addSp modSp new mod">
        <pc:chgData name="Vasanth Selvaraj" userId="466891269d856812" providerId="LiveId" clId="{8C150BB2-9218-488B-B012-E3F261622E26}" dt="2026-03-12T19:23:36.810" v="1021" actId="20577"/>
        <pc:sldMkLst>
          <pc:docMk/>
          <pc:sldMk cId="1626101270" sldId="260"/>
        </pc:sldMkLst>
        <pc:spChg chg="add mod">
          <ac:chgData name="Vasanth Selvaraj" userId="466891269d856812" providerId="LiveId" clId="{8C150BB2-9218-488B-B012-E3F261622E26}" dt="2026-03-12T19:22:56.973" v="994" actId="1076"/>
          <ac:spMkLst>
            <pc:docMk/>
            <pc:sldMk cId="1626101270" sldId="260"/>
            <ac:spMk id="3" creationId="{A0C9C1E9-863A-69B1-CBDB-CAA84CABD1F3}"/>
          </ac:spMkLst>
        </pc:spChg>
        <pc:spChg chg="add mod">
          <ac:chgData name="Vasanth Selvaraj" userId="466891269d856812" providerId="LiveId" clId="{8C150BB2-9218-488B-B012-E3F261622E26}" dt="2026-03-12T19:23:36.810" v="1021" actId="20577"/>
          <ac:spMkLst>
            <pc:docMk/>
            <pc:sldMk cId="1626101270" sldId="260"/>
            <ac:spMk id="4" creationId="{EDCBE56A-090F-9D57-4E75-2FCE4A0EE7B1}"/>
          </ac:spMkLst>
        </pc:spChg>
      </pc:sldChg>
      <pc:sldChg chg="del">
        <pc:chgData name="Vasanth Selvaraj" userId="466891269d856812" providerId="LiveId" clId="{8C150BB2-9218-488B-B012-E3F261622E26}" dt="2026-03-12T18:22:42.501" v="343" actId="47"/>
        <pc:sldMkLst>
          <pc:docMk/>
          <pc:sldMk cId="1841052182" sldId="260"/>
        </pc:sldMkLst>
      </pc:sldChg>
      <pc:sldChg chg="del">
        <pc:chgData name="Vasanth Selvaraj" userId="466891269d856812" providerId="LiveId" clId="{8C150BB2-9218-488B-B012-E3F261622E26}" dt="2026-03-12T18:22:42.149" v="342" actId="47"/>
        <pc:sldMkLst>
          <pc:docMk/>
          <pc:sldMk cId="375768612" sldId="261"/>
        </pc:sldMkLst>
      </pc:sldChg>
      <pc:sldChg chg="addSp delSp modSp new mod">
        <pc:chgData name="Vasanth Selvaraj" userId="466891269d856812" providerId="LiveId" clId="{8C150BB2-9218-488B-B012-E3F261622E26}" dt="2026-03-12T19:29:52.896" v="1105" actId="1076"/>
        <pc:sldMkLst>
          <pc:docMk/>
          <pc:sldMk cId="1670647761" sldId="261"/>
        </pc:sldMkLst>
        <pc:spChg chg="add mod">
          <ac:chgData name="Vasanth Selvaraj" userId="466891269d856812" providerId="LiveId" clId="{8C150BB2-9218-488B-B012-E3F261622E26}" dt="2026-03-12T18:50:21.884" v="764" actId="11529"/>
          <ac:spMkLst>
            <pc:docMk/>
            <pc:sldMk cId="1670647761" sldId="261"/>
            <ac:spMk id="2" creationId="{69C4D1F8-BAD3-7FCE-5B12-8FDA5F763E5B}"/>
          </ac:spMkLst>
        </pc:spChg>
        <pc:spChg chg="add mod">
          <ac:chgData name="Vasanth Selvaraj" userId="466891269d856812" providerId="LiveId" clId="{8C150BB2-9218-488B-B012-E3F261622E26}" dt="2026-03-12T19:29:52.896" v="1105" actId="1076"/>
          <ac:spMkLst>
            <pc:docMk/>
            <pc:sldMk cId="1670647761" sldId="261"/>
            <ac:spMk id="4" creationId="{04DBD18A-2B53-D0C5-668D-D8E9E5F3439B}"/>
          </ac:spMkLst>
        </pc:spChg>
        <pc:spChg chg="add del mod">
          <ac:chgData name="Vasanth Selvaraj" userId="466891269d856812" providerId="LiveId" clId="{8C150BB2-9218-488B-B012-E3F261622E26}" dt="2026-03-12T19:29:44.257" v="1104" actId="478"/>
          <ac:spMkLst>
            <pc:docMk/>
            <pc:sldMk cId="1670647761" sldId="261"/>
            <ac:spMk id="6" creationId="{757C2034-2FE0-1CB8-7A24-E4E5B62FF948}"/>
          </ac:spMkLst>
        </pc:spChg>
        <pc:spChg chg="add mod">
          <ac:chgData name="Vasanth Selvaraj" userId="466891269d856812" providerId="LiveId" clId="{8C150BB2-9218-488B-B012-E3F261622E26}" dt="2026-03-12T19:29:38.319" v="1102" actId="20577"/>
          <ac:spMkLst>
            <pc:docMk/>
            <pc:sldMk cId="1670647761" sldId="261"/>
            <ac:spMk id="7" creationId="{FEE8B697-8749-2012-FB45-0C967AF7851F}"/>
          </ac:spMkLst>
        </pc:spChg>
        <pc:picChg chg="add del mod">
          <ac:chgData name="Vasanth Selvaraj" userId="466891269d856812" providerId="LiveId" clId="{8C150BB2-9218-488B-B012-E3F261622E26}" dt="2026-03-12T19:14:12.371" v="879" actId="478"/>
          <ac:picMkLst>
            <pc:docMk/>
            <pc:sldMk cId="1670647761" sldId="261"/>
            <ac:picMk id="3074" creationId="{A9A1E7B7-775F-6BAE-068A-4976A75581F1}"/>
          </ac:picMkLst>
        </pc:picChg>
      </pc:sldChg>
      <pc:sldChg chg="addSp delSp modSp add mod ord">
        <pc:chgData name="Vasanth Selvaraj" userId="466891269d856812" providerId="LiveId" clId="{8C150BB2-9218-488B-B012-E3F261622E26}" dt="2026-03-12T19:25:10.816" v="1036" actId="255"/>
        <pc:sldMkLst>
          <pc:docMk/>
          <pc:sldMk cId="1198015941" sldId="262"/>
        </pc:sldMkLst>
        <pc:spChg chg="del mod">
          <ac:chgData name="Vasanth Selvaraj" userId="466891269d856812" providerId="LiveId" clId="{8C150BB2-9218-488B-B012-E3F261622E26}" dt="2026-03-12T19:24:52.884" v="1030" actId="478"/>
          <ac:spMkLst>
            <pc:docMk/>
            <pc:sldMk cId="1198015941" sldId="262"/>
            <ac:spMk id="2" creationId="{77C84D6E-896E-B9C2-F905-ADF35CAAA3BA}"/>
          </ac:spMkLst>
        </pc:spChg>
        <pc:spChg chg="mod">
          <ac:chgData name="Vasanth Selvaraj" userId="466891269d856812" providerId="LiveId" clId="{8C150BB2-9218-488B-B012-E3F261622E26}" dt="2026-03-12T19:24:59.332" v="1031" actId="1076"/>
          <ac:spMkLst>
            <pc:docMk/>
            <pc:sldMk cId="1198015941" sldId="262"/>
            <ac:spMk id="3" creationId="{BDB09FB8-55D3-DBC0-E386-36A75377E6A0}"/>
          </ac:spMkLst>
        </pc:spChg>
        <pc:spChg chg="add mod">
          <ac:chgData name="Vasanth Selvaraj" userId="466891269d856812" providerId="LiveId" clId="{8C150BB2-9218-488B-B012-E3F261622E26}" dt="2026-03-12T19:25:10.816" v="1036" actId="255"/>
          <ac:spMkLst>
            <pc:docMk/>
            <pc:sldMk cId="1198015941" sldId="262"/>
            <ac:spMk id="4" creationId="{B9354ED4-E964-6261-8322-08FCCCC06E63}"/>
          </ac:spMkLst>
        </pc:spChg>
      </pc:sldChg>
      <pc:sldChg chg="del">
        <pc:chgData name="Vasanth Selvaraj" userId="466891269d856812" providerId="LiveId" clId="{8C150BB2-9218-488B-B012-E3F261622E26}" dt="2026-03-12T18:22:42.910" v="344" actId="47"/>
        <pc:sldMkLst>
          <pc:docMk/>
          <pc:sldMk cId="2243559653" sldId="262"/>
        </pc:sldMkLst>
      </pc:sldChg>
      <pc:sldChg chg="del">
        <pc:chgData name="Vasanth Selvaraj" userId="466891269d856812" providerId="LiveId" clId="{8C150BB2-9218-488B-B012-E3F261622E26}" dt="2026-03-12T18:22:34.369" v="339" actId="47"/>
        <pc:sldMkLst>
          <pc:docMk/>
          <pc:sldMk cId="824130600" sldId="263"/>
        </pc:sldMkLst>
      </pc:sldChg>
      <pc:sldChg chg="del">
        <pc:chgData name="Vasanth Selvaraj" userId="466891269d856812" providerId="LiveId" clId="{8C150BB2-9218-488B-B012-E3F261622E26}" dt="2026-03-12T18:22:43.410" v="345" actId="47"/>
        <pc:sldMkLst>
          <pc:docMk/>
          <pc:sldMk cId="2337922218" sldId="264"/>
        </pc:sldMkLst>
      </pc:sldChg>
      <pc:sldChg chg="addSp delSp modSp add mod ord">
        <pc:chgData name="Vasanth Selvaraj" userId="466891269d856812" providerId="LiveId" clId="{8C150BB2-9218-488B-B012-E3F261622E26}" dt="2026-03-12T20:32:23.730" v="1705" actId="20577"/>
        <pc:sldMkLst>
          <pc:docMk/>
          <pc:sldMk cId="2683076229" sldId="267"/>
        </pc:sldMkLst>
        <pc:spChg chg="del mod">
          <ac:chgData name="Vasanth Selvaraj" userId="466891269d856812" providerId="LiveId" clId="{8C150BB2-9218-488B-B012-E3F261622E26}" dt="2026-03-12T19:52:36.765" v="1329" actId="478"/>
          <ac:spMkLst>
            <pc:docMk/>
            <pc:sldMk cId="2683076229" sldId="267"/>
            <ac:spMk id="2" creationId="{61E0F916-0F87-FAC3-CF00-3179F0F858A0}"/>
          </ac:spMkLst>
        </pc:spChg>
        <pc:spChg chg="add mod">
          <ac:chgData name="Vasanth Selvaraj" userId="466891269d856812" providerId="LiveId" clId="{8C150BB2-9218-488B-B012-E3F261622E26}" dt="2026-03-12T20:32:23.730" v="1705" actId="20577"/>
          <ac:spMkLst>
            <pc:docMk/>
            <pc:sldMk cId="2683076229" sldId="267"/>
            <ac:spMk id="3" creationId="{FCA30653-4612-BB0C-A596-9E4605AADFE9}"/>
          </ac:spMkLst>
        </pc:spChg>
        <pc:spChg chg="mod">
          <ac:chgData name="Vasanth Selvaraj" userId="466891269d856812" providerId="LiveId" clId="{8C150BB2-9218-488B-B012-E3F261622E26}" dt="2026-03-12T19:53:12.149" v="1336" actId="14100"/>
          <ac:spMkLst>
            <pc:docMk/>
            <pc:sldMk cId="2683076229" sldId="267"/>
            <ac:spMk id="4" creationId="{DDEBB176-6172-F714-3303-2DDCA5C0352E}"/>
          </ac:spMkLst>
        </pc:spChg>
        <pc:spChg chg="add del mod">
          <ac:chgData name="Vasanth Selvaraj" userId="466891269d856812" providerId="LiveId" clId="{8C150BB2-9218-488B-B012-E3F261622E26}" dt="2026-03-12T19:52:39.056" v="1330" actId="478"/>
          <ac:spMkLst>
            <pc:docMk/>
            <pc:sldMk cId="2683076229" sldId="267"/>
            <ac:spMk id="6" creationId="{A0B4C1C9-6E64-DD1E-6D20-CB0555E24D50}"/>
          </ac:spMkLst>
        </pc:spChg>
      </pc:sldChg>
      <pc:sldChg chg="del">
        <pc:chgData name="Vasanth Selvaraj" userId="466891269d856812" providerId="LiveId" clId="{8C150BB2-9218-488B-B012-E3F261622E26}" dt="2026-03-12T18:22:43.891" v="346" actId="47"/>
        <pc:sldMkLst>
          <pc:docMk/>
          <pc:sldMk cId="3427878218" sldId="267"/>
        </pc:sldMkLst>
      </pc:sldChg>
      <pc:sldChg chg="del">
        <pc:chgData name="Vasanth Selvaraj" userId="466891269d856812" providerId="LiveId" clId="{8C150BB2-9218-488B-B012-E3F261622E26}" dt="2026-03-12T18:22:44.967" v="347" actId="47"/>
        <pc:sldMkLst>
          <pc:docMk/>
          <pc:sldMk cId="4237232064" sldId="268"/>
        </pc:sldMkLst>
      </pc:sldChg>
      <pc:sldChg chg="del">
        <pc:chgData name="Vasanth Selvaraj" userId="466891269d856812" providerId="LiveId" clId="{8C150BB2-9218-488B-B012-E3F261622E26}" dt="2026-03-12T18:22:45.696" v="348" actId="47"/>
        <pc:sldMkLst>
          <pc:docMk/>
          <pc:sldMk cId="2972802538" sldId="269"/>
        </pc:sldMkLst>
      </pc:sldChg>
      <pc:sldChg chg="del">
        <pc:chgData name="Vasanth Selvaraj" userId="466891269d856812" providerId="LiveId" clId="{8C150BB2-9218-488B-B012-E3F261622E26}" dt="2026-03-12T18:22:46.514" v="349" actId="47"/>
        <pc:sldMkLst>
          <pc:docMk/>
          <pc:sldMk cId="3397209731" sldId="270"/>
        </pc:sldMkLst>
      </pc:sldChg>
      <pc:sldChg chg="addSp delSp modSp add mod ord">
        <pc:chgData name="Vasanth Selvaraj" userId="466891269d856812" providerId="LiveId" clId="{8C150BB2-9218-488B-B012-E3F261622E26}" dt="2026-03-12T19:27:21.119" v="1055" actId="1076"/>
        <pc:sldMkLst>
          <pc:docMk/>
          <pc:sldMk cId="1132668383" sldId="271"/>
        </pc:sldMkLst>
        <pc:spChg chg="del mod">
          <ac:chgData name="Vasanth Selvaraj" userId="466891269d856812" providerId="LiveId" clId="{8C150BB2-9218-488B-B012-E3F261622E26}" dt="2026-03-12T19:27:15.879" v="1053" actId="478"/>
          <ac:spMkLst>
            <pc:docMk/>
            <pc:sldMk cId="1132668383" sldId="271"/>
            <ac:spMk id="2" creationId="{EE767A27-CAAC-A1B6-70DE-5DE55E7EC670}"/>
          </ac:spMkLst>
        </pc:spChg>
        <pc:spChg chg="mod">
          <ac:chgData name="Vasanth Selvaraj" userId="466891269d856812" providerId="LiveId" clId="{8C150BB2-9218-488B-B012-E3F261622E26}" dt="2026-03-12T19:26:54.701" v="1048" actId="1076"/>
          <ac:spMkLst>
            <pc:docMk/>
            <pc:sldMk cId="1132668383" sldId="271"/>
            <ac:spMk id="3" creationId="{3EF0DEFA-2784-8CD0-F04A-87277F71B4B4}"/>
          </ac:spMkLst>
        </pc:spChg>
        <pc:spChg chg="add mod">
          <ac:chgData name="Vasanth Selvaraj" userId="466891269d856812" providerId="LiveId" clId="{8C150BB2-9218-488B-B012-E3F261622E26}" dt="2026-03-12T19:27:21.119" v="1055" actId="1076"/>
          <ac:spMkLst>
            <pc:docMk/>
            <pc:sldMk cId="1132668383" sldId="271"/>
            <ac:spMk id="4" creationId="{F72E27BA-8506-5785-41AC-185AB07D6883}"/>
          </ac:spMkLst>
        </pc:spChg>
        <pc:spChg chg="add del mod">
          <ac:chgData name="Vasanth Selvaraj" userId="466891269d856812" providerId="LiveId" clId="{8C150BB2-9218-488B-B012-E3F261622E26}" dt="2026-03-12T19:27:18.732" v="1054" actId="478"/>
          <ac:spMkLst>
            <pc:docMk/>
            <pc:sldMk cId="1132668383" sldId="271"/>
            <ac:spMk id="6" creationId="{D067DA51-EE2E-E349-6DD9-7C61FF4D7A0D}"/>
          </ac:spMkLst>
        </pc:spChg>
      </pc:sldChg>
      <pc:sldChg chg="addSp delSp modSp add mod ord">
        <pc:chgData name="Vasanth Selvaraj" userId="466891269d856812" providerId="LiveId" clId="{8C150BB2-9218-488B-B012-E3F261622E26}" dt="2026-03-12T19:28:30.586" v="1088" actId="1076"/>
        <pc:sldMkLst>
          <pc:docMk/>
          <pc:sldMk cId="538346985" sldId="272"/>
        </pc:sldMkLst>
        <pc:spChg chg="del mod">
          <ac:chgData name="Vasanth Selvaraj" userId="466891269d856812" providerId="LiveId" clId="{8C150BB2-9218-488B-B012-E3F261622E26}" dt="2026-03-12T19:28:07.761" v="1083" actId="478"/>
          <ac:spMkLst>
            <pc:docMk/>
            <pc:sldMk cId="538346985" sldId="272"/>
            <ac:spMk id="2" creationId="{3B0DA1EA-BFB6-F3F3-11B9-4C9EF793FF6E}"/>
          </ac:spMkLst>
        </pc:spChg>
        <pc:spChg chg="mod">
          <ac:chgData name="Vasanth Selvaraj" userId="466891269d856812" providerId="LiveId" clId="{8C150BB2-9218-488B-B012-E3F261622E26}" dt="2026-03-12T19:28:22.716" v="1086" actId="1076"/>
          <ac:spMkLst>
            <pc:docMk/>
            <pc:sldMk cId="538346985" sldId="272"/>
            <ac:spMk id="3" creationId="{FC7513D8-E037-6F9F-6272-0D37BD6803DD}"/>
          </ac:spMkLst>
        </pc:spChg>
        <pc:spChg chg="add mod">
          <ac:chgData name="Vasanth Selvaraj" userId="466891269d856812" providerId="LiveId" clId="{8C150BB2-9218-488B-B012-E3F261622E26}" dt="2026-03-12T19:28:30.586" v="1088" actId="1076"/>
          <ac:spMkLst>
            <pc:docMk/>
            <pc:sldMk cId="538346985" sldId="272"/>
            <ac:spMk id="4" creationId="{1C846F90-C6AC-3408-EE03-C1470ADA98E7}"/>
          </ac:spMkLst>
        </pc:spChg>
        <pc:spChg chg="add del mod">
          <ac:chgData name="Vasanth Selvaraj" userId="466891269d856812" providerId="LiveId" clId="{8C150BB2-9218-488B-B012-E3F261622E26}" dt="2026-03-12T19:28:10.731" v="1084" actId="478"/>
          <ac:spMkLst>
            <pc:docMk/>
            <pc:sldMk cId="538346985" sldId="272"/>
            <ac:spMk id="6" creationId="{F31BD237-6002-D37B-F264-C1C41A9E6785}"/>
          </ac:spMkLst>
        </pc:spChg>
      </pc:sldChg>
      <pc:sldChg chg="addSp delSp modSp add mod ord">
        <pc:chgData name="Vasanth Selvaraj" userId="466891269d856812" providerId="LiveId" clId="{8C150BB2-9218-488B-B012-E3F261622E26}" dt="2026-03-12T19:26:29.631" v="1045" actId="113"/>
        <pc:sldMkLst>
          <pc:docMk/>
          <pc:sldMk cId="3014714414" sldId="274"/>
        </pc:sldMkLst>
        <pc:spChg chg="add mod">
          <ac:chgData name="Vasanth Selvaraj" userId="466891269d856812" providerId="LiveId" clId="{8C150BB2-9218-488B-B012-E3F261622E26}" dt="2026-03-12T19:26:29.631" v="1045" actId="113"/>
          <ac:spMkLst>
            <pc:docMk/>
            <pc:sldMk cId="3014714414" sldId="274"/>
            <ac:spMk id="2" creationId="{EE48E6E4-6D6A-8CDF-1C85-CCEC70F86F57}"/>
          </ac:spMkLst>
        </pc:spChg>
        <pc:spChg chg="del mod">
          <ac:chgData name="Vasanth Selvaraj" userId="466891269d856812" providerId="LiveId" clId="{8C150BB2-9218-488B-B012-E3F261622E26}" dt="2026-03-12T19:25:55.907" v="1041" actId="478"/>
          <ac:spMkLst>
            <pc:docMk/>
            <pc:sldMk cId="3014714414" sldId="274"/>
            <ac:spMk id="8" creationId="{AFAE899F-FE97-F3B2-97BC-DE2DC72E5204}"/>
          </ac:spMkLst>
        </pc:spChg>
      </pc:sldChg>
      <pc:sldChg chg="new del">
        <pc:chgData name="Vasanth Selvaraj" userId="466891269d856812" providerId="LiveId" clId="{8C150BB2-9218-488B-B012-E3F261622E26}" dt="2026-03-12T18:39:44.519" v="669" actId="47"/>
        <pc:sldMkLst>
          <pc:docMk/>
          <pc:sldMk cId="141754278" sldId="275"/>
        </pc:sldMkLst>
      </pc:sldChg>
      <pc:sldChg chg="delSp modSp add del mod">
        <pc:chgData name="Vasanth Selvaraj" userId="466891269d856812" providerId="LiveId" clId="{8C150BB2-9218-488B-B012-E3F261622E26}" dt="2026-03-12T19:36:44.026" v="1124" actId="47"/>
        <pc:sldMkLst>
          <pc:docMk/>
          <pc:sldMk cId="1426606127" sldId="276"/>
        </pc:sldMkLst>
        <pc:spChg chg="del mod">
          <ac:chgData name="Vasanth Selvaraj" userId="466891269d856812" providerId="LiveId" clId="{8C150BB2-9218-488B-B012-E3F261622E26}" dt="2026-03-12T19:36:41.348" v="1123" actId="478"/>
          <ac:spMkLst>
            <pc:docMk/>
            <pc:sldMk cId="1426606127" sldId="276"/>
            <ac:spMk id="2" creationId="{ADA767D9-578D-0760-6671-BDACFB36D661}"/>
          </ac:spMkLst>
        </pc:spChg>
        <pc:picChg chg="del mod modCrop">
          <ac:chgData name="Vasanth Selvaraj" userId="466891269d856812" providerId="LiveId" clId="{8C150BB2-9218-488B-B012-E3F261622E26}" dt="2026-03-12T19:36:13.351" v="1118" actId="478"/>
          <ac:picMkLst>
            <pc:docMk/>
            <pc:sldMk cId="1426606127" sldId="276"/>
            <ac:picMk id="4" creationId="{DE5821D2-D1C2-B9FD-552F-6EE7B792822F}"/>
          </ac:picMkLst>
        </pc:picChg>
      </pc:sldChg>
      <pc:sldChg chg="new del">
        <pc:chgData name="Vasanth Selvaraj" userId="466891269d856812" providerId="LiveId" clId="{8C150BB2-9218-488B-B012-E3F261622E26}" dt="2026-03-12T18:38:57.593" v="665" actId="47"/>
        <pc:sldMkLst>
          <pc:docMk/>
          <pc:sldMk cId="2420856026" sldId="276"/>
        </pc:sldMkLst>
      </pc:sldChg>
      <pc:sldChg chg="add del">
        <pc:chgData name="Vasanth Selvaraj" userId="466891269d856812" providerId="LiveId" clId="{8C150BB2-9218-488B-B012-E3F261622E26}" dt="2026-03-12T18:40:02.382" v="672" actId="47"/>
        <pc:sldMkLst>
          <pc:docMk/>
          <pc:sldMk cId="443361336" sldId="277"/>
        </pc:sldMkLst>
      </pc:sldChg>
      <pc:sldChg chg="addSp modSp new mod">
        <pc:chgData name="Vasanth Selvaraj" userId="466891269d856812" providerId="LiveId" clId="{8C150BB2-9218-488B-B012-E3F261622E26}" dt="2026-03-12T20:54:49.083" v="1966"/>
        <pc:sldMkLst>
          <pc:docMk/>
          <pc:sldMk cId="1856466160" sldId="277"/>
        </pc:sldMkLst>
        <pc:spChg chg="add mod">
          <ac:chgData name="Vasanth Selvaraj" userId="466891269d856812" providerId="LiveId" clId="{8C150BB2-9218-488B-B012-E3F261622E26}" dt="2026-03-12T20:22:20.022" v="1690" actId="948"/>
          <ac:spMkLst>
            <pc:docMk/>
            <pc:sldMk cId="1856466160" sldId="277"/>
            <ac:spMk id="3" creationId="{8563DA42-73C9-66CD-B292-1F819D349B0B}"/>
          </ac:spMkLst>
        </pc:spChg>
        <pc:spChg chg="add mod">
          <ac:chgData name="Vasanth Selvaraj" userId="466891269d856812" providerId="LiveId" clId="{8C150BB2-9218-488B-B012-E3F261622E26}" dt="2026-03-12T20:11:16.735" v="1599" actId="1036"/>
          <ac:spMkLst>
            <pc:docMk/>
            <pc:sldMk cId="1856466160" sldId="277"/>
            <ac:spMk id="4" creationId="{5D691F7E-F5F7-6F06-C4C3-89C668731E23}"/>
          </ac:spMkLst>
        </pc:spChg>
        <pc:picChg chg="add mod">
          <ac:chgData name="Vasanth Selvaraj" userId="466891269d856812" providerId="LiveId" clId="{8C150BB2-9218-488B-B012-E3F261622E26}" dt="2026-03-12T20:54:49.083" v="1966"/>
          <ac:picMkLst>
            <pc:docMk/>
            <pc:sldMk cId="1856466160" sldId="277"/>
            <ac:picMk id="5" creationId="{55B604CF-7308-4548-AE0E-90C572B6474A}"/>
          </ac:picMkLst>
        </pc:picChg>
      </pc:sldChg>
      <pc:sldChg chg="new del">
        <pc:chgData name="Vasanth Selvaraj" userId="466891269d856812" providerId="LiveId" clId="{8C150BB2-9218-488B-B012-E3F261622E26}" dt="2026-03-12T19:05:12.428" v="877" actId="680"/>
        <pc:sldMkLst>
          <pc:docMk/>
          <pc:sldMk cId="386098469" sldId="278"/>
        </pc:sldMkLst>
      </pc:sldChg>
      <pc:sldChg chg="add del">
        <pc:chgData name="Vasanth Selvaraj" userId="466891269d856812" providerId="LiveId" clId="{8C150BB2-9218-488B-B012-E3F261622E26}" dt="2026-03-12T18:40:00.271" v="671" actId="47"/>
        <pc:sldMkLst>
          <pc:docMk/>
          <pc:sldMk cId="831617525" sldId="278"/>
        </pc:sldMkLst>
      </pc:sldChg>
      <pc:sldChg chg="addSp modSp new mod">
        <pc:chgData name="Vasanth Selvaraj" userId="466891269d856812" providerId="LiveId" clId="{8C150BB2-9218-488B-B012-E3F261622E26}" dt="2026-03-12T19:46:19.125" v="1281" actId="20577"/>
        <pc:sldMkLst>
          <pc:docMk/>
          <pc:sldMk cId="1384354856" sldId="278"/>
        </pc:sldMkLst>
        <pc:spChg chg="add mod">
          <ac:chgData name="Vasanth Selvaraj" userId="466891269d856812" providerId="LiveId" clId="{8C150BB2-9218-488B-B012-E3F261622E26}" dt="2026-03-12T19:18:31.609" v="921" actId="14100"/>
          <ac:spMkLst>
            <pc:docMk/>
            <pc:sldMk cId="1384354856" sldId="278"/>
            <ac:spMk id="2" creationId="{1AE112F9-C553-86F5-F0EB-BD0E5C3E1E57}"/>
          </ac:spMkLst>
        </pc:spChg>
        <pc:spChg chg="add mod">
          <ac:chgData name="Vasanth Selvaraj" userId="466891269d856812" providerId="LiveId" clId="{8C150BB2-9218-488B-B012-E3F261622E26}" dt="2026-03-12T19:46:19.125" v="1281" actId="20577"/>
          <ac:spMkLst>
            <pc:docMk/>
            <pc:sldMk cId="1384354856" sldId="278"/>
            <ac:spMk id="4" creationId="{FE7C7F4A-0B8A-BE15-BD10-33E908827ED8}"/>
          </ac:spMkLst>
        </pc:spChg>
        <pc:spChg chg="add mod">
          <ac:chgData name="Vasanth Selvaraj" userId="466891269d856812" providerId="LiveId" clId="{8C150BB2-9218-488B-B012-E3F261622E26}" dt="2026-03-12T19:42:31.058" v="1232" actId="20577"/>
          <ac:spMkLst>
            <pc:docMk/>
            <pc:sldMk cId="1384354856" sldId="278"/>
            <ac:spMk id="5" creationId="{3B4ED7CB-9B5C-2D32-0904-7727984C7E8C}"/>
          </ac:spMkLst>
        </pc:spChg>
      </pc:sldChg>
      <pc:sldChg chg="modSp add mod ord">
        <pc:chgData name="Vasanth Selvaraj" userId="466891269d856812" providerId="LiveId" clId="{8C150BB2-9218-488B-B012-E3F261622E26}" dt="2026-03-12T19:14:35.494" v="884"/>
        <pc:sldMkLst>
          <pc:docMk/>
          <pc:sldMk cId="0" sldId="279"/>
        </pc:sldMkLst>
        <pc:spChg chg="mod">
          <ac:chgData name="Vasanth Selvaraj" userId="466891269d856812" providerId="LiveId" clId="{8C150BB2-9218-488B-B012-E3F261622E26}" dt="2026-03-12T19:14:28.623" v="882" actId="1076"/>
          <ac:spMkLst>
            <pc:docMk/>
            <pc:sldMk cId="0" sldId="279"/>
            <ac:spMk id="4" creationId="{00000000-0000-0000-0000-000000000000}"/>
          </ac:spMkLst>
        </pc:spChg>
      </pc:sldChg>
      <pc:sldChg chg="addSp delSp modSp add mod">
        <pc:chgData name="Vasanth Selvaraj" userId="466891269d856812" providerId="LiveId" clId="{8C150BB2-9218-488B-B012-E3F261622E26}" dt="2026-03-12T20:35:18.899" v="1727" actId="1076"/>
        <pc:sldMkLst>
          <pc:docMk/>
          <pc:sldMk cId="0" sldId="280"/>
        </pc:sldMkLst>
        <pc:spChg chg="mod">
          <ac:chgData name="Vasanth Selvaraj" userId="466891269d856812" providerId="LiveId" clId="{8C150BB2-9218-488B-B012-E3F261622E26}" dt="2026-03-12T20:35:18.899" v="1727" actId="1076"/>
          <ac:spMkLst>
            <pc:docMk/>
            <pc:sldMk cId="0" sldId="280"/>
            <ac:spMk id="2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20:35:18.899" v="1727" actId="1076"/>
          <ac:spMkLst>
            <pc:docMk/>
            <pc:sldMk cId="0" sldId="280"/>
            <ac:spMk id="3" creationId="{00000000-0000-0000-0000-000000000000}"/>
          </ac:spMkLst>
        </pc:spChg>
        <pc:spChg chg="add del mod">
          <ac:chgData name="Vasanth Selvaraj" userId="466891269d856812" providerId="LiveId" clId="{8C150BB2-9218-488B-B012-E3F261622E26}" dt="2026-03-12T20:35:18.899" v="1727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5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6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7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9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Vasanth Selvaraj" userId="466891269d856812" providerId="LiveId" clId="{8C150BB2-9218-488B-B012-E3F261622E26}" dt="2026-03-12T19:40:13.014" v="1167" actId="1076"/>
          <ac:spMkLst>
            <pc:docMk/>
            <pc:sldMk cId="0" sldId="280"/>
            <ac:spMk id="11" creationId="{00000000-0000-0000-0000-000000000000}"/>
          </ac:spMkLst>
        </pc:spChg>
        <pc:spChg chg="add mod">
          <ac:chgData name="Vasanth Selvaraj" userId="466891269d856812" providerId="LiveId" clId="{8C150BB2-9218-488B-B012-E3F261622E26}" dt="2026-03-12T19:40:25.370" v="1169" actId="1076"/>
          <ac:spMkLst>
            <pc:docMk/>
            <pc:sldMk cId="0" sldId="280"/>
            <ac:spMk id="19" creationId="{EC3B4B62-8B95-1F47-BAEB-2B6376CF27E2}"/>
          </ac:spMkLst>
        </pc:spChg>
        <pc:spChg chg="add del">
          <ac:chgData name="Vasanth Selvaraj" userId="466891269d856812" providerId="LiveId" clId="{8C150BB2-9218-488B-B012-E3F261622E26}" dt="2026-03-12T20:34:38.270" v="1715" actId="11529"/>
          <ac:spMkLst>
            <pc:docMk/>
            <pc:sldMk cId="0" sldId="280"/>
            <ac:spMk id="31" creationId="{D058DEA2-76CD-894F-6C73-A3DEEA4F5426}"/>
          </ac:spMkLst>
        </pc:spChg>
        <pc:cxnChg chg="mod">
          <ac:chgData name="Vasanth Selvaraj" userId="466891269d856812" providerId="LiveId" clId="{8C150BB2-9218-488B-B012-E3F261622E26}" dt="2026-03-12T19:40:13.014" v="1167" actId="1076"/>
          <ac:cxnSpMkLst>
            <pc:docMk/>
            <pc:sldMk cId="0" sldId="280"/>
            <ac:cxnSpMk id="12" creationId="{00000000-0000-0000-0000-000000000000}"/>
          </ac:cxnSpMkLst>
        </pc:cxnChg>
        <pc:cxnChg chg="mod">
          <ac:chgData name="Vasanth Selvaraj" userId="466891269d856812" providerId="LiveId" clId="{8C150BB2-9218-488B-B012-E3F261622E26}" dt="2026-03-12T19:40:13.014" v="1167" actId="1076"/>
          <ac:cxnSpMkLst>
            <pc:docMk/>
            <pc:sldMk cId="0" sldId="280"/>
            <ac:cxnSpMk id="13" creationId="{00000000-0000-0000-0000-000000000000}"/>
          </ac:cxnSpMkLst>
        </pc:cxnChg>
        <pc:cxnChg chg="mod">
          <ac:chgData name="Vasanth Selvaraj" userId="466891269d856812" providerId="LiveId" clId="{8C150BB2-9218-488B-B012-E3F261622E26}" dt="2026-03-12T19:39:42.453" v="1162" actId="1076"/>
          <ac:cxnSpMkLst>
            <pc:docMk/>
            <pc:sldMk cId="0" sldId="280"/>
            <ac:cxnSpMk id="14" creationId="{00000000-0000-0000-0000-000000000000}"/>
          </ac:cxnSpMkLst>
        </pc:cxnChg>
        <pc:cxnChg chg="mod">
          <ac:chgData name="Vasanth Selvaraj" userId="466891269d856812" providerId="LiveId" clId="{8C150BB2-9218-488B-B012-E3F261622E26}" dt="2026-03-12T19:40:13.014" v="1167" actId="1076"/>
          <ac:cxnSpMkLst>
            <pc:docMk/>
            <pc:sldMk cId="0" sldId="280"/>
            <ac:cxnSpMk id="15" creationId="{00000000-0000-0000-0000-000000000000}"/>
          </ac:cxnSpMkLst>
        </pc:cxnChg>
        <pc:cxnChg chg="mod">
          <ac:chgData name="Vasanth Selvaraj" userId="466891269d856812" providerId="LiveId" clId="{8C150BB2-9218-488B-B012-E3F261622E26}" dt="2026-03-12T19:39:32.030" v="1159" actId="1076"/>
          <ac:cxnSpMkLst>
            <pc:docMk/>
            <pc:sldMk cId="0" sldId="280"/>
            <ac:cxnSpMk id="16" creationId="{00000000-0000-0000-0000-000000000000}"/>
          </ac:cxnSpMkLst>
        </pc:cxnChg>
        <pc:cxnChg chg="mod">
          <ac:chgData name="Vasanth Selvaraj" userId="466891269d856812" providerId="LiveId" clId="{8C150BB2-9218-488B-B012-E3F261622E26}" dt="2026-03-12T19:39:32.030" v="1159" actId="1076"/>
          <ac:cxnSpMkLst>
            <pc:docMk/>
            <pc:sldMk cId="0" sldId="280"/>
            <ac:cxnSpMk id="17" creationId="{00000000-0000-0000-0000-000000000000}"/>
          </ac:cxnSpMkLst>
        </pc:cxnChg>
      </pc:sldChg>
      <pc:sldChg chg="add del">
        <pc:chgData name="Vasanth Selvaraj" userId="466891269d856812" providerId="LiveId" clId="{8C150BB2-9218-488B-B012-E3F261622E26}" dt="2026-03-12T19:36:28.379" v="1121"/>
        <pc:sldMkLst>
          <pc:docMk/>
          <pc:sldMk cId="0" sldId="281"/>
        </pc:sldMkLst>
      </pc:sldChg>
      <pc:sldChg chg="addSp modSp new mod">
        <pc:chgData name="Vasanth Selvaraj" userId="466891269d856812" providerId="LiveId" clId="{8C150BB2-9218-488B-B012-E3F261622E26}" dt="2026-03-12T19:45:50.487" v="1277" actId="1076"/>
        <pc:sldMkLst>
          <pc:docMk/>
          <pc:sldMk cId="1231758717" sldId="281"/>
        </pc:sldMkLst>
        <pc:spChg chg="add mod">
          <ac:chgData name="Vasanth Selvaraj" userId="466891269d856812" providerId="LiveId" clId="{8C150BB2-9218-488B-B012-E3F261622E26}" dt="2026-03-12T19:45:50.487" v="1277" actId="1076"/>
          <ac:spMkLst>
            <pc:docMk/>
            <pc:sldMk cId="1231758717" sldId="281"/>
            <ac:spMk id="2" creationId="{9A7771AA-DB33-58A3-7654-74F869036BC9}"/>
          </ac:spMkLst>
        </pc:spChg>
        <pc:spChg chg="add mod">
          <ac:chgData name="Vasanth Selvaraj" userId="466891269d856812" providerId="LiveId" clId="{8C150BB2-9218-488B-B012-E3F261622E26}" dt="2026-03-12T19:45:46.725" v="1276" actId="1076"/>
          <ac:spMkLst>
            <pc:docMk/>
            <pc:sldMk cId="1231758717" sldId="281"/>
            <ac:spMk id="4" creationId="{E2E35B96-7544-DBC0-C739-A7D8EFDA10A3}"/>
          </ac:spMkLst>
        </pc:spChg>
      </pc:sldChg>
      <pc:sldChg chg="addSp delSp modSp new mod">
        <pc:chgData name="Vasanth Selvaraj" userId="466891269d856812" providerId="LiveId" clId="{8C150BB2-9218-488B-B012-E3F261622E26}" dt="2026-03-12T19:51:40.788" v="1318" actId="255"/>
        <pc:sldMkLst>
          <pc:docMk/>
          <pc:sldMk cId="1696697569" sldId="282"/>
        </pc:sldMkLst>
        <pc:spChg chg="add mod">
          <ac:chgData name="Vasanth Selvaraj" userId="466891269d856812" providerId="LiveId" clId="{8C150BB2-9218-488B-B012-E3F261622E26}" dt="2026-03-12T19:51:40.788" v="1318" actId="255"/>
          <ac:spMkLst>
            <pc:docMk/>
            <pc:sldMk cId="1696697569" sldId="282"/>
            <ac:spMk id="5" creationId="{CF8D6537-3A97-6C85-FB12-00597EAB17BD}"/>
          </ac:spMkLst>
        </pc:spChg>
        <pc:graphicFrameChg chg="add del mod modGraphic">
          <ac:chgData name="Vasanth Selvaraj" userId="466891269d856812" providerId="LiveId" clId="{8C150BB2-9218-488B-B012-E3F261622E26}" dt="2026-03-12T19:47:46.547" v="1293" actId="478"/>
          <ac:graphicFrameMkLst>
            <pc:docMk/>
            <pc:sldMk cId="1696697569" sldId="282"/>
            <ac:graphicFrameMk id="2" creationId="{8779222F-05F4-7150-B9F8-F615701ED6E7}"/>
          </ac:graphicFrameMkLst>
        </pc:graphicFrameChg>
        <pc:graphicFrameChg chg="add mod modGraphic">
          <ac:chgData name="Vasanth Selvaraj" userId="466891269d856812" providerId="LiveId" clId="{8C150BB2-9218-488B-B012-E3F261622E26}" dt="2026-03-12T19:50:20.210" v="1309" actId="14100"/>
          <ac:graphicFrameMkLst>
            <pc:docMk/>
            <pc:sldMk cId="1696697569" sldId="282"/>
            <ac:graphicFrameMk id="3" creationId="{C0EE29DA-3F53-B394-1AAE-6A9AB4FBC258}"/>
          </ac:graphicFrameMkLst>
        </pc:graphicFrameChg>
      </pc:sldChg>
      <pc:sldChg chg="addSp delSp modSp new mod">
        <pc:chgData name="Vasanth Selvaraj" userId="466891269d856812" providerId="LiveId" clId="{8C150BB2-9218-488B-B012-E3F261622E26}" dt="2026-03-12T19:50:44.506" v="1312" actId="14100"/>
        <pc:sldMkLst>
          <pc:docMk/>
          <pc:sldMk cId="3790764128" sldId="283"/>
        </pc:sldMkLst>
        <pc:spChg chg="add del mod">
          <ac:chgData name="Vasanth Selvaraj" userId="466891269d856812" providerId="LiveId" clId="{8C150BB2-9218-488B-B012-E3F261622E26}" dt="2026-03-12T19:48:44.347" v="1298" actId="478"/>
          <ac:spMkLst>
            <pc:docMk/>
            <pc:sldMk cId="3790764128" sldId="283"/>
            <ac:spMk id="3" creationId="{E71EC605-A478-224E-13CD-7A596B8A5FB6}"/>
          </ac:spMkLst>
        </pc:spChg>
        <pc:graphicFrameChg chg="add mod modGraphic">
          <ac:chgData name="Vasanth Selvaraj" userId="466891269d856812" providerId="LiveId" clId="{8C150BB2-9218-488B-B012-E3F261622E26}" dt="2026-03-12T19:50:44.506" v="1312" actId="14100"/>
          <ac:graphicFrameMkLst>
            <pc:docMk/>
            <pc:sldMk cId="3790764128" sldId="283"/>
            <ac:graphicFrameMk id="2" creationId="{16629AB0-6F03-94FA-5CBE-C4DFBCA23952}"/>
          </ac:graphicFrameMkLst>
        </pc:graphicFrameChg>
      </pc:sldChg>
      <pc:sldChg chg="addSp modSp new mod">
        <pc:chgData name="Vasanth Selvaraj" userId="466891269d856812" providerId="LiveId" clId="{8C150BB2-9218-488B-B012-E3F261622E26}" dt="2026-03-12T20:05:22.423" v="1436" actId="1076"/>
        <pc:sldMkLst>
          <pc:docMk/>
          <pc:sldMk cId="589566752" sldId="284"/>
        </pc:sldMkLst>
        <pc:spChg chg="add mod">
          <ac:chgData name="Vasanth Selvaraj" userId="466891269d856812" providerId="LiveId" clId="{8C150BB2-9218-488B-B012-E3F261622E26}" dt="2026-03-12T20:04:00.743" v="1419" actId="1076"/>
          <ac:spMkLst>
            <pc:docMk/>
            <pc:sldMk cId="589566752" sldId="284"/>
            <ac:spMk id="3" creationId="{188194FB-03BC-3C3E-1867-62BFFA32306C}"/>
          </ac:spMkLst>
        </pc:spChg>
        <pc:spChg chg="add mod ord">
          <ac:chgData name="Vasanth Selvaraj" userId="466891269d856812" providerId="LiveId" clId="{8C150BB2-9218-488B-B012-E3F261622E26}" dt="2026-03-12T20:05:22.423" v="1436" actId="1076"/>
          <ac:spMkLst>
            <pc:docMk/>
            <pc:sldMk cId="589566752" sldId="284"/>
            <ac:spMk id="4" creationId="{A9FAD4A6-6F58-D740-7B77-D55474D8934D}"/>
          </ac:spMkLst>
        </pc:spChg>
        <pc:spChg chg="add mod ord">
          <ac:chgData name="Vasanth Selvaraj" userId="466891269d856812" providerId="LiveId" clId="{8C150BB2-9218-488B-B012-E3F261622E26}" dt="2026-03-12T20:05:16.918" v="1434" actId="1076"/>
          <ac:spMkLst>
            <pc:docMk/>
            <pc:sldMk cId="589566752" sldId="284"/>
            <ac:spMk id="5" creationId="{51F03BCB-A5B7-9848-918A-58EABF10E913}"/>
          </ac:spMkLst>
        </pc:spChg>
      </pc:sldChg>
      <pc:sldChg chg="addSp delSp modSp new mod">
        <pc:chgData name="Vasanth Selvaraj" userId="466891269d856812" providerId="LiveId" clId="{8C150BB2-9218-488B-B012-E3F261622E26}" dt="2026-03-12T20:32:59.364" v="1706"/>
        <pc:sldMkLst>
          <pc:docMk/>
          <pc:sldMk cId="6559232" sldId="285"/>
        </pc:sldMkLst>
        <pc:spChg chg="add mod">
          <ac:chgData name="Vasanth Selvaraj" userId="466891269d856812" providerId="LiveId" clId="{8C150BB2-9218-488B-B012-E3F261622E26}" dt="2026-03-12T20:21:09.399" v="1687" actId="14100"/>
          <ac:spMkLst>
            <pc:docMk/>
            <pc:sldMk cId="6559232" sldId="285"/>
            <ac:spMk id="3" creationId="{E41752EF-19FC-7DDA-93FC-190ACCF879BB}"/>
          </ac:spMkLst>
        </pc:spChg>
        <pc:spChg chg="add del mod">
          <ac:chgData name="Vasanth Selvaraj" userId="466891269d856812" providerId="LiveId" clId="{8C150BB2-9218-488B-B012-E3F261622E26}" dt="2026-03-12T20:07:19.394" v="1508" actId="478"/>
          <ac:spMkLst>
            <pc:docMk/>
            <pc:sldMk cId="6559232" sldId="285"/>
            <ac:spMk id="5" creationId="{7EB7D6FD-9A80-F206-097A-F4BB30DD6C18}"/>
          </ac:spMkLst>
        </pc:spChg>
        <pc:spChg chg="add mod">
          <ac:chgData name="Vasanth Selvaraj" userId="466891269d856812" providerId="LiveId" clId="{8C150BB2-9218-488B-B012-E3F261622E26}" dt="2026-03-12T20:32:59.364" v="1706"/>
          <ac:spMkLst>
            <pc:docMk/>
            <pc:sldMk cId="6559232" sldId="285"/>
            <ac:spMk id="6" creationId="{1BB40F79-C772-8998-F1DF-93F8A786B54F}"/>
          </ac:spMkLst>
        </pc:spChg>
      </pc:sldChg>
      <pc:sldChg chg="addSp modSp new mod">
        <pc:chgData name="Vasanth Selvaraj" userId="466891269d856812" providerId="LiveId" clId="{8C150BB2-9218-488B-B012-E3F261622E26}" dt="2026-03-12T20:20:43.972" v="1684" actId="1076"/>
        <pc:sldMkLst>
          <pc:docMk/>
          <pc:sldMk cId="2151029870" sldId="286"/>
        </pc:sldMkLst>
        <pc:spChg chg="add mod">
          <ac:chgData name="Vasanth Selvaraj" userId="466891269d856812" providerId="LiveId" clId="{8C150BB2-9218-488B-B012-E3F261622E26}" dt="2026-03-12T20:20:43.972" v="1684" actId="1076"/>
          <ac:spMkLst>
            <pc:docMk/>
            <pc:sldMk cId="2151029870" sldId="286"/>
            <ac:spMk id="3" creationId="{93237549-6E19-3B4D-6B8E-A1C9AD0EAF08}"/>
          </ac:spMkLst>
        </pc:spChg>
        <pc:spChg chg="add mod">
          <ac:chgData name="Vasanth Selvaraj" userId="466891269d856812" providerId="LiveId" clId="{8C150BB2-9218-488B-B012-E3F261622E26}" dt="2026-03-12T20:09:24.602" v="1552" actId="20577"/>
          <ac:spMkLst>
            <pc:docMk/>
            <pc:sldMk cId="2151029870" sldId="286"/>
            <ac:spMk id="4" creationId="{17372EAB-FFBA-4DE5-E1AD-3BEEC31F7DDE}"/>
          </ac:spMkLst>
        </pc:spChg>
      </pc:sldChg>
      <pc:sldChg chg="new del">
        <pc:chgData name="Vasanth Selvaraj" userId="466891269d856812" providerId="LiveId" clId="{8C150BB2-9218-488B-B012-E3F261622E26}" dt="2026-03-12T20:42:52.217" v="1744" actId="47"/>
        <pc:sldMkLst>
          <pc:docMk/>
          <pc:sldMk cId="3615634446" sldId="287"/>
        </pc:sldMkLst>
      </pc:sldChg>
      <pc:sldChg chg="addSp delSp modSp add mod">
        <pc:chgData name="Vasanth Selvaraj" userId="466891269d856812" providerId="LiveId" clId="{8C150BB2-9218-488B-B012-E3F261622E26}" dt="2026-03-12T21:00:04.903" v="2082" actId="5793"/>
        <pc:sldMkLst>
          <pc:docMk/>
          <pc:sldMk cId="2349119897" sldId="288"/>
        </pc:sldMkLst>
        <pc:spChg chg="add mod">
          <ac:chgData name="Vasanth Selvaraj" userId="466891269d856812" providerId="LiveId" clId="{8C150BB2-9218-488B-B012-E3F261622E26}" dt="2026-03-12T21:00:04.903" v="2082" actId="5793"/>
          <ac:spMkLst>
            <pc:docMk/>
            <pc:sldMk cId="2349119897" sldId="288"/>
            <ac:spMk id="9" creationId="{A02F9A93-4E19-4220-83AC-FAF4B119D881}"/>
          </ac:spMkLst>
        </pc:spChg>
        <pc:spChg chg="add mod">
          <ac:chgData name="Vasanth Selvaraj" userId="466891269d856812" providerId="LiveId" clId="{8C150BB2-9218-488B-B012-E3F261622E26}" dt="2026-03-12T20:55:14.750" v="1995" actId="20577"/>
          <ac:spMkLst>
            <pc:docMk/>
            <pc:sldMk cId="2349119897" sldId="288"/>
            <ac:spMk id="10" creationId="{9A955559-A7AE-E3B2-2EE0-96FB6F74455D}"/>
          </ac:spMkLst>
        </pc:spChg>
        <pc:picChg chg="add mod">
          <ac:chgData name="Vasanth Selvaraj" userId="466891269d856812" providerId="LiveId" clId="{8C150BB2-9218-488B-B012-E3F261622E26}" dt="2026-03-12T20:43:55.434" v="1759" actId="1076"/>
          <ac:picMkLst>
            <pc:docMk/>
            <pc:sldMk cId="2349119897" sldId="288"/>
            <ac:picMk id="3" creationId="{8E9BDA66-8B71-2497-B271-61631351D2E0}"/>
          </ac:picMkLst>
        </pc:picChg>
        <pc:picChg chg="add del mod">
          <ac:chgData name="Vasanth Selvaraj" userId="466891269d856812" providerId="LiveId" clId="{8C150BB2-9218-488B-B012-E3F261622E26}" dt="2026-03-12T20:43:52.862" v="1758" actId="478"/>
          <ac:picMkLst>
            <pc:docMk/>
            <pc:sldMk cId="2349119897" sldId="288"/>
            <ac:picMk id="5" creationId="{A6E03E0B-0541-FF26-834B-990F355E3DE6}"/>
          </ac:picMkLst>
        </pc:picChg>
        <pc:picChg chg="add mod">
          <ac:chgData name="Vasanth Selvaraj" userId="466891269d856812" providerId="LiveId" clId="{8C150BB2-9218-488B-B012-E3F261622E26}" dt="2026-03-12T20:44:38.147" v="1765" actId="1076"/>
          <ac:picMkLst>
            <pc:docMk/>
            <pc:sldMk cId="2349119897" sldId="288"/>
            <ac:picMk id="7" creationId="{4FC54E09-02D0-D7FE-6F6D-78D7B0BE303D}"/>
          </ac:picMkLst>
        </pc:picChg>
      </pc:sldChg>
      <pc:sldChg chg="addSp delSp modSp add mod">
        <pc:chgData name="Vasanth Selvaraj" userId="466891269d856812" providerId="LiveId" clId="{8C150BB2-9218-488B-B012-E3F261622E26}" dt="2026-03-12T20:59:38.587" v="2077" actId="1076"/>
        <pc:sldMkLst>
          <pc:docMk/>
          <pc:sldMk cId="4058289497" sldId="289"/>
        </pc:sldMkLst>
        <pc:spChg chg="add mod">
          <ac:chgData name="Vasanth Selvaraj" userId="466891269d856812" providerId="LiveId" clId="{8C150BB2-9218-488B-B012-E3F261622E26}" dt="2026-03-12T20:59:38.587" v="2077" actId="1076"/>
          <ac:spMkLst>
            <pc:docMk/>
            <pc:sldMk cId="4058289497" sldId="289"/>
            <ac:spMk id="12" creationId="{BFA4EF1F-2C10-0A6A-468C-9DF54FD42CBD}"/>
          </ac:spMkLst>
        </pc:spChg>
        <pc:spChg chg="add mod">
          <ac:chgData name="Vasanth Selvaraj" userId="466891269d856812" providerId="LiveId" clId="{8C150BB2-9218-488B-B012-E3F261622E26}" dt="2026-03-12T20:59:24.728" v="2075" actId="1076"/>
          <ac:spMkLst>
            <pc:docMk/>
            <pc:sldMk cId="4058289497" sldId="289"/>
            <ac:spMk id="14" creationId="{1A1D06B5-8494-4B84-9FE0-C5A384FB36A7}"/>
          </ac:spMkLst>
        </pc:spChg>
        <pc:picChg chg="add mod">
          <ac:chgData name="Vasanth Selvaraj" userId="466891269d856812" providerId="LiveId" clId="{8C150BB2-9218-488B-B012-E3F261622E26}" dt="2026-03-12T20:58:43.046" v="2057" actId="1038"/>
          <ac:picMkLst>
            <pc:docMk/>
            <pc:sldMk cId="4058289497" sldId="289"/>
            <ac:picMk id="3" creationId="{491A786A-FF08-47CD-4941-007243CBA239}"/>
          </ac:picMkLst>
        </pc:picChg>
        <pc:picChg chg="add del mod">
          <ac:chgData name="Vasanth Selvaraj" userId="466891269d856812" providerId="LiveId" clId="{8C150BB2-9218-488B-B012-E3F261622E26}" dt="2026-03-12T20:52:10.928" v="1838" actId="478"/>
          <ac:picMkLst>
            <pc:docMk/>
            <pc:sldMk cId="4058289497" sldId="289"/>
            <ac:picMk id="5" creationId="{F29FD8E7-E737-A941-7345-A3845A0EFCF7}"/>
          </ac:picMkLst>
        </pc:picChg>
        <pc:picChg chg="add del mod">
          <ac:chgData name="Vasanth Selvaraj" userId="466891269d856812" providerId="LiveId" clId="{8C150BB2-9218-488B-B012-E3F261622E26}" dt="2026-03-12T20:52:12.371" v="1839" actId="478"/>
          <ac:picMkLst>
            <pc:docMk/>
            <pc:sldMk cId="4058289497" sldId="289"/>
            <ac:picMk id="7" creationId="{3AAAC8E0-1820-B328-2280-F4220F7AA81A}"/>
          </ac:picMkLst>
        </pc:picChg>
        <pc:picChg chg="add mod">
          <ac:chgData name="Vasanth Selvaraj" userId="466891269d856812" providerId="LiveId" clId="{8C150BB2-9218-488B-B012-E3F261622E26}" dt="2026-03-12T20:55:50.556" v="2001" actId="1038"/>
          <ac:picMkLst>
            <pc:docMk/>
            <pc:sldMk cId="4058289497" sldId="289"/>
            <ac:picMk id="9" creationId="{75785179-044A-3694-5E67-648716E3B9F3}"/>
          </ac:picMkLst>
        </pc:picChg>
        <pc:picChg chg="add mod modCrop">
          <ac:chgData name="Vasanth Selvaraj" userId="466891269d856812" providerId="LiveId" clId="{8C150BB2-9218-488B-B012-E3F261622E26}" dt="2026-03-12T20:58:57.656" v="2071" actId="14100"/>
          <ac:picMkLst>
            <pc:docMk/>
            <pc:sldMk cId="4058289497" sldId="289"/>
            <ac:picMk id="10" creationId="{E301A8E0-710C-907D-0947-D79EEE3F1C20}"/>
          </ac:picMkLst>
        </pc:picChg>
      </pc:sldChg>
      <pc:sldChg chg="addSp modSp add mod">
        <pc:chgData name="Vasanth Selvaraj" userId="466891269d856812" providerId="LiveId" clId="{8C150BB2-9218-488B-B012-E3F261622E26}" dt="2026-03-12T21:00:39.012" v="2088" actId="404"/>
        <pc:sldMkLst>
          <pc:docMk/>
          <pc:sldMk cId="1226770177" sldId="290"/>
        </pc:sldMkLst>
        <pc:spChg chg="add mod">
          <ac:chgData name="Vasanth Selvaraj" userId="466891269d856812" providerId="LiveId" clId="{8C150BB2-9218-488B-B012-E3F261622E26}" dt="2026-03-12T21:00:39.012" v="2088" actId="404"/>
          <ac:spMkLst>
            <pc:docMk/>
            <pc:sldMk cId="1226770177" sldId="290"/>
            <ac:spMk id="7" creationId="{4C997825-B648-4E82-A943-95BA2DCF94B8}"/>
          </ac:spMkLst>
        </pc:spChg>
        <pc:picChg chg="add mod">
          <ac:chgData name="Vasanth Selvaraj" userId="466891269d856812" providerId="LiveId" clId="{8C150BB2-9218-488B-B012-E3F261622E26}" dt="2026-03-12T20:57:30.522" v="2039" actId="1076"/>
          <ac:picMkLst>
            <pc:docMk/>
            <pc:sldMk cId="1226770177" sldId="290"/>
            <ac:picMk id="3" creationId="{905432CF-0A2C-1429-0F95-A8B0E6471535}"/>
          </ac:picMkLst>
        </pc:picChg>
        <pc:picChg chg="add mod">
          <ac:chgData name="Vasanth Selvaraj" userId="466891269d856812" providerId="LiveId" clId="{8C150BB2-9218-488B-B012-E3F261622E26}" dt="2026-03-12T20:57:39.937" v="2042" actId="14100"/>
          <ac:picMkLst>
            <pc:docMk/>
            <pc:sldMk cId="1226770177" sldId="290"/>
            <ac:picMk id="5" creationId="{464DB139-29BF-1E34-50C3-406BB093FC1D}"/>
          </ac:picMkLst>
        </pc:picChg>
      </pc:sldChg>
      <pc:sldChg chg="addSp modSp add mod">
        <pc:chgData name="Vasanth Selvaraj" userId="466891269d856812" providerId="LiveId" clId="{8C150BB2-9218-488B-B012-E3F261622E26}" dt="2026-03-12T21:00:19.223" v="2085" actId="1076"/>
        <pc:sldMkLst>
          <pc:docMk/>
          <pc:sldMk cId="726092075" sldId="291"/>
        </pc:sldMkLst>
        <pc:spChg chg="add mod">
          <ac:chgData name="Vasanth Selvaraj" userId="466891269d856812" providerId="LiveId" clId="{8C150BB2-9218-488B-B012-E3F261622E26}" dt="2026-03-12T21:00:19.223" v="2085" actId="1076"/>
          <ac:spMkLst>
            <pc:docMk/>
            <pc:sldMk cId="726092075" sldId="291"/>
            <ac:spMk id="7" creationId="{AD3F44CA-677B-0682-2058-1C4C7AC1680C}"/>
          </ac:spMkLst>
        </pc:spChg>
        <pc:picChg chg="add mod">
          <ac:chgData name="Vasanth Selvaraj" userId="466891269d856812" providerId="LiveId" clId="{8C150BB2-9218-488B-B012-E3F261622E26}" dt="2026-03-12T20:45:40.687" v="1779" actId="1076"/>
          <ac:picMkLst>
            <pc:docMk/>
            <pc:sldMk cId="726092075" sldId="291"/>
            <ac:picMk id="3" creationId="{4BF57089-5139-CB50-AF8D-786DE962A046}"/>
          </ac:picMkLst>
        </pc:picChg>
        <pc:picChg chg="add mod">
          <ac:chgData name="Vasanth Selvaraj" userId="466891269d856812" providerId="LiveId" clId="{8C150BB2-9218-488B-B012-E3F261622E26}" dt="2026-03-12T20:45:37.947" v="1778" actId="1076"/>
          <ac:picMkLst>
            <pc:docMk/>
            <pc:sldMk cId="726092075" sldId="291"/>
            <ac:picMk id="5" creationId="{7D1F29ED-DA0F-7EB1-B92E-ECE9B94DC0E6}"/>
          </ac:picMkLst>
        </pc:picChg>
      </pc:sldChg>
      <pc:sldChg chg="addSp modSp add del mod">
        <pc:chgData name="Vasanth Selvaraj" userId="466891269d856812" providerId="LiveId" clId="{8C150BB2-9218-488B-B012-E3F261622E26}" dt="2026-03-12T20:42:57.364" v="1745" actId="47"/>
        <pc:sldMkLst>
          <pc:docMk/>
          <pc:sldMk cId="2167247688" sldId="291"/>
        </pc:sldMkLst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3" creationId="{8720D14E-CCC2-DB29-1005-87BD34CE3232}"/>
          </ac:picMkLst>
        </pc:picChg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5" creationId="{77B367CC-AE66-070C-3CF7-154198217A43}"/>
          </ac:picMkLst>
        </pc:picChg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7" creationId="{6DE95BE2-1FF1-43DC-3BFE-2546FBCBA491}"/>
          </ac:picMkLst>
        </pc:picChg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9" creationId="{0474CA68-5599-D4AB-683A-E52A8176E108}"/>
          </ac:picMkLst>
        </pc:picChg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11" creationId="{C1489A65-B2B5-B76F-3DE8-0B06D192AC87}"/>
          </ac:picMkLst>
        </pc:picChg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13" creationId="{61B0C0B0-ABCB-7667-44C9-5A8E6B0BCC79}"/>
          </ac:picMkLst>
        </pc:picChg>
        <pc:picChg chg="add mod">
          <ac:chgData name="Vasanth Selvaraj" userId="466891269d856812" providerId="LiveId" clId="{8C150BB2-9218-488B-B012-E3F261622E26}" dt="2026-03-12T20:41:50.722" v="1738" actId="688"/>
          <ac:picMkLst>
            <pc:docMk/>
            <pc:sldMk cId="2167247688" sldId="291"/>
            <ac:picMk id="17" creationId="{525D4FB8-D242-D6D4-6B9A-71D707BD4BB2}"/>
          </ac:picMkLst>
        </pc:picChg>
        <pc:picChg chg="add mod">
          <ac:chgData name="Vasanth Selvaraj" userId="466891269d856812" providerId="LiveId" clId="{8C150BB2-9218-488B-B012-E3F261622E26}" dt="2026-03-12T20:42:39.928" v="1743" actId="1076"/>
          <ac:picMkLst>
            <pc:docMk/>
            <pc:sldMk cId="2167247688" sldId="291"/>
            <ac:picMk id="19" creationId="{718A4B02-CED1-DF8F-52BD-3C51D2367B50}"/>
          </ac:picMkLst>
        </pc:picChg>
        <pc:picChg chg="add mod">
          <ac:chgData name="Vasanth Selvaraj" userId="466891269d856812" providerId="LiveId" clId="{8C150BB2-9218-488B-B012-E3F261622E26}" dt="2026-03-12T20:42:36.886" v="1742" actId="1076"/>
          <ac:picMkLst>
            <pc:docMk/>
            <pc:sldMk cId="2167247688" sldId="291"/>
            <ac:picMk id="21" creationId="{497D8A38-4B35-A67D-C1A1-8944FC26A05A}"/>
          </ac:picMkLst>
        </pc:picChg>
        <pc:picChg chg="add mod">
          <ac:chgData name="Vasanth Selvaraj" userId="466891269d856812" providerId="LiveId" clId="{8C150BB2-9218-488B-B012-E3F261622E26}" dt="2026-03-12T20:42:25.998" v="1739" actId="1076"/>
          <ac:picMkLst>
            <pc:docMk/>
            <pc:sldMk cId="2167247688" sldId="291"/>
            <ac:picMk id="23" creationId="{CEC2A62B-1ED9-C0CC-28F6-BCF7F950B263}"/>
          </ac:picMkLst>
        </pc:picChg>
      </pc:sldChg>
      <pc:sldChg chg="addSp delSp modSp add mod">
        <pc:chgData name="Vasanth Selvaraj" userId="466891269d856812" providerId="LiveId" clId="{8C150BB2-9218-488B-B012-E3F261622E26}" dt="2026-03-12T20:59:50.319" v="2079" actId="5793"/>
        <pc:sldMkLst>
          <pc:docMk/>
          <pc:sldMk cId="3788192042" sldId="292"/>
        </pc:sldMkLst>
        <pc:spChg chg="add mod">
          <ac:chgData name="Vasanth Selvaraj" userId="466891269d856812" providerId="LiveId" clId="{8C150BB2-9218-488B-B012-E3F261622E26}" dt="2026-03-12T20:59:50.319" v="2079" actId="5793"/>
          <ac:spMkLst>
            <pc:docMk/>
            <pc:sldMk cId="3788192042" sldId="292"/>
            <ac:spMk id="3" creationId="{8A20C7A5-432D-F5E5-EA16-3BAEA1340A36}"/>
          </ac:spMkLst>
        </pc:spChg>
        <pc:picChg chg="add mod">
          <ac:chgData name="Vasanth Selvaraj" userId="466891269d856812" providerId="LiveId" clId="{8C150BB2-9218-488B-B012-E3F261622E26}" dt="2026-03-12T20:53:43.160" v="1937" actId="1076"/>
          <ac:picMkLst>
            <pc:docMk/>
            <pc:sldMk cId="3788192042" sldId="292"/>
            <ac:picMk id="5" creationId="{3FA1AB73-3120-6F65-A734-1A7AF04B1435}"/>
          </ac:picMkLst>
        </pc:picChg>
        <pc:picChg chg="add mod">
          <ac:chgData name="Vasanth Selvaraj" userId="466891269d856812" providerId="LiveId" clId="{8C150BB2-9218-488B-B012-E3F261622E26}" dt="2026-03-12T20:49:36.404" v="1825" actId="1038"/>
          <ac:picMkLst>
            <pc:docMk/>
            <pc:sldMk cId="3788192042" sldId="292"/>
            <ac:picMk id="7" creationId="{72329537-35A3-926E-3567-52B2D38504ED}"/>
          </ac:picMkLst>
        </pc:picChg>
        <pc:picChg chg="add del mod modCrop">
          <ac:chgData name="Vasanth Selvaraj" userId="466891269d856812" providerId="LiveId" clId="{8C150BB2-9218-488B-B012-E3F261622E26}" dt="2026-03-12T20:53:39.692" v="1936" actId="478"/>
          <ac:picMkLst>
            <pc:docMk/>
            <pc:sldMk cId="3788192042" sldId="292"/>
            <ac:picMk id="9" creationId="{574DAF0A-2211-B75B-3DAE-7B61977F174F}"/>
          </ac:picMkLst>
        </pc:picChg>
      </pc:sldChg>
      <pc:sldChg chg="new del">
        <pc:chgData name="Vasanth Selvaraj" userId="466891269d856812" providerId="LiveId" clId="{8C150BB2-9218-488B-B012-E3F261622E26}" dt="2026-03-12T20:50:22.965" v="1830" actId="47"/>
        <pc:sldMkLst>
          <pc:docMk/>
          <pc:sldMk cId="3401504530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079C1-561C-49D4-928A-57FF3DCE9A59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D8521-071F-41CF-AB50-BD998B984D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74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BD8521-071F-41CF-AB50-BD998B984DC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0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D123-C93A-C954-F127-A94EF06B2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7015A-B859-C62D-64CB-8CACE76DC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BEA8-D1C4-CE09-E8DE-2E4E1948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EB079-E2FD-80DE-B127-0F5FB459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62735-1253-F30B-C1AE-66809932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7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C519-30AC-5F60-9F3F-A468E560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558B-0CA2-39DB-C2BC-37B2D3711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C6484-96F1-606C-BB06-EAB196EB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91375-241B-222C-A570-DF8BDEFF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1D1A3-3630-C46C-9B21-CFE76712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7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D745-2A57-803B-9E22-8F6F621B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9B01F-307B-33EA-DD2F-3D95F8B7A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F0272-7861-111F-2D2A-97E30055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D813-4DE3-030C-3623-14B8618D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8F4F-C3B6-0931-2A4A-7E96193D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22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8917-DA06-DA99-7A47-8B394B35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E82B-8EE6-F383-DC21-CC4E98850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8C445-4799-0B14-7238-BA60A3329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9FB20-6D5C-0E5B-7853-EEBEDDC5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6AA18-03B0-6863-4F8A-2157CD2F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47FB3-6B12-902A-6B88-538C7CC3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3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0A83-D9D5-6508-F85C-6295A759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B6949-4172-0718-AC93-C8F1DC86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1F3A9-DFEE-61B8-DB14-19E9D67D4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4B4F8-B53B-F640-F6E3-E48E75A0F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99591-94B3-46EC-6282-1D396823E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117ABD-7F1C-9701-FA30-C1DD2A5B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67783-4D40-462B-72E8-1D771E60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9C9B0-E349-A358-DF8E-AF82E188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42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299E-42CC-55FC-FA82-2446B61C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1D3158-91B2-744C-C0E4-E99B3328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9FE22-65C5-40D7-CD11-2654B94B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3F237-7A0D-BCC2-A5D9-B161E19F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55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0F5AD-91EB-D285-32CD-571BF197F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55D4F-3273-EEE6-1C69-A0332467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64213-98EF-451C-F6F5-274CE20D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29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1437-D0A1-2377-FC1E-12B954A60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79AD-6823-750C-197D-DCC2B9634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28915-DF1A-DBBE-AB75-777BA24D6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B548E-97B2-BACC-DCB8-5389EE00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0BE45-285A-0A8F-DE73-792E6CD4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51D6C-F58A-A8F2-0F2C-D53E862B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7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85C3-F03C-1831-FA57-031BC475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23C67-C365-EF72-0B3A-2CB2E12AC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FF71E-A232-6ECE-2C36-B17EEC1BE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97340-8802-BF72-5842-F8C2D325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0A861-8E5D-1609-5361-970D56C5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50229-D3EE-E028-F587-748747ED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340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B4F6-52A7-BD32-C515-34BA3985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6F777-0F61-BC63-AD82-EC37790F4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5D959-E32E-1028-7E5B-5EB71F5D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7DD81-B501-5642-8D95-FD094068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F1B46-F58A-D1E4-E6D7-A52300E5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5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E0196-CD86-DCCD-BCC2-8BFD49131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D1845-D552-616C-BBD1-5705B789F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89CBE-D801-09CA-EC67-94FFB380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46075-B35B-8EF7-CA56-D777495C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57E70-971F-3206-141F-0BEA48D5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63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62555-D830-C78B-245A-CBCF0EE3B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66E0-9DC6-1676-4161-B371D41A1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C05D7-458B-C0EA-FB5B-D82D29E60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6595B-48F8-482A-B4A2-59FD026B0C1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E9F3-0DC1-3383-596C-F7B5126E1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70CD-0B9A-1AD0-8E8C-D4ACC3C36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FC2F5-CF59-47FE-899F-ABC85978D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57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0948CF-FFD1-22E1-04A8-870511A2D638}"/>
              </a:ext>
            </a:extLst>
          </p:cNvPr>
          <p:cNvSpPr txBox="1"/>
          <p:nvPr/>
        </p:nvSpPr>
        <p:spPr>
          <a:xfrm>
            <a:off x="818147" y="716062"/>
            <a:ext cx="90167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UNIVERSITY COLLEGE OF ENGINEERING, BIT CAMPUS, ANNA UNIVERSITY, TIRUCHIRAPPALLI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908C2-BFB8-792F-3B2F-687355A5925E}"/>
              </a:ext>
            </a:extLst>
          </p:cNvPr>
          <p:cNvSpPr txBox="1"/>
          <p:nvPr/>
        </p:nvSpPr>
        <p:spPr>
          <a:xfrm>
            <a:off x="818147" y="3907577"/>
            <a:ext cx="3426707" cy="2356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PROJECT GUIDE :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MRS. S. CHITRADEVI ,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ASSISTANT PROFESSOR  CSE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UCE BIT CAMPUS,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TRICHY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9DB0F-C47A-F954-3153-B75C36EBFE71}"/>
              </a:ext>
            </a:extLst>
          </p:cNvPr>
          <p:cNvSpPr txBox="1"/>
          <p:nvPr/>
        </p:nvSpPr>
        <p:spPr>
          <a:xfrm>
            <a:off x="7580667" y="3946539"/>
            <a:ext cx="3708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TEAM MEMBER:</a:t>
            </a:r>
          </a:p>
          <a:p>
            <a:pPr>
              <a:lnSpc>
                <a:spcPct val="150000"/>
              </a:lnSpc>
            </a:pPr>
            <a:r>
              <a:rPr lang="en-IN" dirty="0"/>
              <a:t>VASANTH S (810022104050)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78EA76-33B6-3958-0E17-6C0A2DDD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209" y="570863"/>
            <a:ext cx="1116644" cy="110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011224-1EE7-542B-E55A-DD67DCB4C6A5}"/>
              </a:ext>
            </a:extLst>
          </p:cNvPr>
          <p:cNvSpPr txBox="1"/>
          <p:nvPr/>
        </p:nvSpPr>
        <p:spPr>
          <a:xfrm>
            <a:off x="7580667" y="5380480"/>
            <a:ext cx="3958135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INTERN GUIDE :</a:t>
            </a:r>
          </a:p>
          <a:p>
            <a:pPr>
              <a:lnSpc>
                <a:spcPct val="150000"/>
              </a:lnSpc>
            </a:pPr>
            <a:r>
              <a:rPr lang="en-IN" dirty="0"/>
              <a:t>MR.S.PRASHANTH (.NET DEVELOPER)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3460E-F61F-D87B-B5A4-54D299F9D3CC}"/>
              </a:ext>
            </a:extLst>
          </p:cNvPr>
          <p:cNvSpPr/>
          <p:nvPr/>
        </p:nvSpPr>
        <p:spPr>
          <a:xfrm>
            <a:off x="826632" y="2426018"/>
            <a:ext cx="10712170" cy="110843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600" b="1" dirty="0"/>
              <a:t>DESIGN &amp;  DEVEOLPING THE MARKETING EXECUTIVE APP – VISITMAX</a:t>
            </a:r>
          </a:p>
          <a:p>
            <a:pPr algn="ctr"/>
            <a:r>
              <a:rPr lang="en-IN" sz="2600" b="1" dirty="0"/>
              <a:t>NU-MED LABS 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67158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63404-E1D9-C158-58BC-709B936C560F}"/>
              </a:ext>
            </a:extLst>
          </p:cNvPr>
          <p:cNvSpPr txBox="1"/>
          <p:nvPr/>
        </p:nvSpPr>
        <p:spPr>
          <a:xfrm>
            <a:off x="150651" y="-161929"/>
            <a:ext cx="3000512" cy="7741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2CFA3C-E514-0A87-E141-C85FCB68A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9206"/>
              </p:ext>
            </p:extLst>
          </p:nvPr>
        </p:nvGraphicFramePr>
        <p:xfrm>
          <a:off x="742950" y="612240"/>
          <a:ext cx="10668000" cy="609336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768715">
                  <a:extLst>
                    <a:ext uri="{9D8B030D-6E8A-4147-A177-3AD203B41FA5}">
                      <a16:colId xmlns:a16="http://schemas.microsoft.com/office/drawing/2014/main" val="324577396"/>
                    </a:ext>
                  </a:extLst>
                </a:gridCol>
                <a:gridCol w="8899285">
                  <a:extLst>
                    <a:ext uri="{9D8B030D-6E8A-4147-A177-3AD203B41FA5}">
                      <a16:colId xmlns:a16="http://schemas.microsoft.com/office/drawing/2014/main" val="3869973092"/>
                    </a:ext>
                  </a:extLst>
                </a:gridCol>
              </a:tblGrid>
              <a:tr h="481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 err="1">
                          <a:effectLst/>
                        </a:rPr>
                        <a:t>S.No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Section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813913603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1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Introduction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830404127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2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Problem Statement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887783446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3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Objective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397503589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4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Existing work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741275312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5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Proposed work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45330559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6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Module </a:t>
                      </a:r>
                      <a:r>
                        <a:rPr lang="en-US" sz="2200" kern="0" dirty="0" err="1">
                          <a:effectLst/>
                        </a:rPr>
                        <a:t>splitups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843836048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7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Requirements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088210843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8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User Flow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943447155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9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Information Architecture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228748393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>
                          <a:effectLst/>
                        </a:rPr>
                        <a:t>10</a:t>
                      </a:r>
                      <a:endParaRPr lang="en-IN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Wireframes explanation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966516965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11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0" dirty="0">
                          <a:effectLst/>
                        </a:rPr>
                        <a:t>Typography   Color Palette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42668860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12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Components used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3815305266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13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Prototype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1966456063"/>
                  </a:ext>
                </a:extLst>
              </a:tr>
              <a:tr h="40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14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0" dirty="0">
                          <a:effectLst/>
                        </a:rPr>
                        <a:t>Conclusion </a:t>
                      </a:r>
                      <a:endParaRPr lang="en-IN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950" marR="40950" marT="0" marB="0"/>
                </a:tc>
                <a:extLst>
                  <a:ext uri="{0D108BD9-81ED-4DB2-BD59-A6C34878D82A}">
                    <a16:rowId xmlns:a16="http://schemas.microsoft.com/office/drawing/2014/main" val="850945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5D0F21-FCAE-27A2-BF40-5ECF5A5CDA9A}"/>
              </a:ext>
            </a:extLst>
          </p:cNvPr>
          <p:cNvSpPr/>
          <p:nvPr/>
        </p:nvSpPr>
        <p:spPr>
          <a:xfrm>
            <a:off x="602342" y="419100"/>
            <a:ext cx="10987315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INTRODUCTION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978A5-C66B-6122-AC5E-39590243DCD4}"/>
              </a:ext>
            </a:extLst>
          </p:cNvPr>
          <p:cNvSpPr txBox="1"/>
          <p:nvPr/>
        </p:nvSpPr>
        <p:spPr>
          <a:xfrm>
            <a:off x="766535" y="2270212"/>
            <a:ext cx="10987315" cy="296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</a:t>
            </a:r>
            <a:r>
              <a:rPr lang="en-GB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Field marketing executives require fast and reliable tools to record visit details while on-site. Desktop or web-based systems reduce efficiency and increase dependency on manual reporting.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</a:t>
            </a:r>
            <a:r>
              <a:rPr lang="en-GB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proposes a mobile application for Nu-Med Labs to help marketing executives log visit details, upload images, and capture location data efficiently using smartphones.</a:t>
            </a:r>
            <a:endParaRPr lang="en-IN" sz="2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8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49977B-BB03-4BEC-C50E-E9297BCEF58C}"/>
              </a:ext>
            </a:extLst>
          </p:cNvPr>
          <p:cNvSpPr txBox="1"/>
          <p:nvPr/>
        </p:nvSpPr>
        <p:spPr>
          <a:xfrm>
            <a:off x="402771" y="1582598"/>
            <a:ext cx="11386457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GB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Many organizations use traditional marketing websites that are static and lack proper interactivity and responsiveness. These applications often provide poor user experience and slow performance, especially across different devices. </a:t>
            </a:r>
          </a:p>
          <a:p>
            <a:pPr marL="914400" lvl="1" indent="-4572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GB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Existing systems built with outdated frontend technologies are difficult to maintain and scale. As a result, user engagement and efficiency are reduced. </a:t>
            </a:r>
          </a:p>
          <a:p>
            <a:pPr marL="914400" lvl="1" indent="-4572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GB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Hence, there is a need for a modern web-based marketing application using Vite and React that offers better performance, interactivity, and easy maintenance.</a:t>
            </a:r>
            <a:endParaRPr lang="en-IN" sz="2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B7EF66-9101-6B8C-747D-DFB6463E2EE9}"/>
              </a:ext>
            </a:extLst>
          </p:cNvPr>
          <p:cNvSpPr/>
          <p:nvPr/>
        </p:nvSpPr>
        <p:spPr>
          <a:xfrm>
            <a:off x="602342" y="419100"/>
            <a:ext cx="10987315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 STATEMENT</a:t>
            </a:r>
            <a:r>
              <a:rPr lang="en-US" sz="2800" b="1" dirty="0"/>
              <a:t>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0692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C9C1E9-863A-69B1-CBDB-CAA84CABD1F3}"/>
              </a:ext>
            </a:extLst>
          </p:cNvPr>
          <p:cNvSpPr txBox="1"/>
          <p:nvPr/>
        </p:nvSpPr>
        <p:spPr>
          <a:xfrm>
            <a:off x="393290" y="1263188"/>
            <a:ext cx="11798710" cy="517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purpose of </a:t>
            </a:r>
            <a:r>
              <a:rPr lang="en-IN" sz="2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VisitMax</a:t>
            </a: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to help marketing executives: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record visits quickly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upload visit photos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choose visit reasons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capture location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submit reports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review visit history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 profile and settings securely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reduce manual tracking &amp; makes daily field operations easier and organized.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BE56A-090F-9D57-4E75-2FCE4A0EE7B1}"/>
              </a:ext>
            </a:extLst>
          </p:cNvPr>
          <p:cNvSpPr/>
          <p:nvPr/>
        </p:nvSpPr>
        <p:spPr>
          <a:xfrm>
            <a:off x="602342" y="419100"/>
            <a:ext cx="10987315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OBJECTIVE 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10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9FB8-55D3-DBC0-E386-36A75377E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979057"/>
            <a:ext cx="10815074" cy="60744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cs typeface="Times New Roman" panose="02020603050405020304" pitchFamily="18" charset="0"/>
              </a:rPr>
              <a:t>Existing System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Currently, Nu-Med Labs uses a </a:t>
            </a:r>
            <a:r>
              <a:rPr lang="en-GB" sz="2600" b="1" dirty="0">
                <a:cs typeface="Times New Roman" panose="02020603050405020304" pitchFamily="18" charset="0"/>
              </a:rPr>
              <a:t>web-based dashboard</a:t>
            </a:r>
            <a:r>
              <a:rPr lang="en-GB" sz="2600" dirty="0">
                <a:cs typeface="Times New Roman" panose="02020603050405020304" pitchFamily="18" charset="0"/>
              </a:rPr>
              <a:t> where marketing executives manually upload photos and enter visit details.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This approach: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600" dirty="0">
                <a:cs typeface="Times New Roman" panose="02020603050405020304" pitchFamily="18" charset="0"/>
              </a:rPr>
              <a:t>Is  not  optimized for the mobile  usage  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600" dirty="0">
                <a:cs typeface="Times New Roman" panose="02020603050405020304" pitchFamily="18" charset="0"/>
              </a:rPr>
              <a:t>Requires stable internet and larger screens 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600" dirty="0">
                <a:cs typeface="Times New Roman" panose="02020603050405020304" pitchFamily="18" charset="0"/>
              </a:rPr>
              <a:t>Increases data entry time during field visits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cs typeface="Times New Roman" panose="02020603050405020304" pitchFamily="18" charset="0"/>
              </a:rPr>
              <a:t>Limitations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Slow rendering and page loading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Poor responsiveness on mobile devices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Difficult maintenance and updates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Low user engagement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354ED4-E964-6261-8322-08FCCCC06E63}"/>
              </a:ext>
            </a:extLst>
          </p:cNvPr>
          <p:cNvSpPr/>
          <p:nvPr/>
        </p:nvSpPr>
        <p:spPr>
          <a:xfrm>
            <a:off x="602342" y="236107"/>
            <a:ext cx="10987315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cs typeface="Times New Roman" panose="02020603050405020304" pitchFamily="18" charset="0"/>
              </a:rPr>
              <a:t>EXISTING SYSTEM &amp; LIMITATIONS</a:t>
            </a:r>
            <a:r>
              <a:rPr lang="en-US" sz="28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9801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80C7BA-4AF6-F503-0687-6A1860E43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455"/>
          <a:stretch>
            <a:fillRect/>
          </a:stretch>
        </p:blipFill>
        <p:spPr>
          <a:xfrm>
            <a:off x="3816062" y="3329611"/>
            <a:ext cx="6805913" cy="3438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79F7E-3149-6C69-DB7E-E036FDFB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31" t="16575" r="2309" b="15705"/>
          <a:stretch>
            <a:fillRect/>
          </a:stretch>
        </p:blipFill>
        <p:spPr>
          <a:xfrm>
            <a:off x="3816062" y="89453"/>
            <a:ext cx="6805913" cy="3240158"/>
          </a:xfrm>
          <a:prstGeom prst="rect">
            <a:avLst/>
          </a:prstGeom>
        </p:spPr>
      </p:pic>
      <p:sp>
        <p:nvSpPr>
          <p:cNvPr id="2" name="Callout: Right Arrow 1">
            <a:extLst>
              <a:ext uri="{FF2B5EF4-FFF2-40B4-BE49-F238E27FC236}">
                <a16:creationId xmlns:a16="http://schemas.microsoft.com/office/drawing/2014/main" id="{EE48E6E4-6D6A-8CDF-1C85-CCEC70F86F57}"/>
              </a:ext>
            </a:extLst>
          </p:cNvPr>
          <p:cNvSpPr/>
          <p:nvPr/>
        </p:nvSpPr>
        <p:spPr>
          <a:xfrm>
            <a:off x="265472" y="1268361"/>
            <a:ext cx="3251452" cy="4247536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EXISTING </a:t>
            </a:r>
            <a:br>
              <a:rPr lang="en-GB" sz="2800" b="1" dirty="0"/>
            </a:br>
            <a:r>
              <a:rPr lang="en-GB" sz="2800" b="1" dirty="0"/>
              <a:t>WEBSITE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014714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0DEFA-2784-8CD0-F04A-87277F71B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14079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600" b="1" dirty="0">
                <a:cs typeface="Times New Roman" panose="02020603050405020304" pitchFamily="18" charset="0"/>
              </a:rPr>
              <a:t>The proposed system is a mobile application that provides: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Secure login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Photo upload using mobile camera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Visit reason selection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Automatic GPS location capture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>
                <a:cs typeface="Times New Roman" panose="02020603050405020304" pitchFamily="18" charset="0"/>
              </a:rPr>
              <a:t>Real-time data submission to server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2E27BA-8506-5785-41AC-185AB07D6883}"/>
              </a:ext>
            </a:extLst>
          </p:cNvPr>
          <p:cNvSpPr/>
          <p:nvPr/>
        </p:nvSpPr>
        <p:spPr>
          <a:xfrm>
            <a:off x="602342" y="448983"/>
            <a:ext cx="10987315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cs typeface="Times New Roman" panose="02020603050405020304" pitchFamily="18" charset="0"/>
              </a:rPr>
              <a:t>PROPOSED WORK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3266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513D8-E037-6F9F-6272-0D37BD680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010131"/>
            <a:ext cx="10515600" cy="584786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600" b="1" dirty="0">
                <a:cs typeface="Times New Roman" panose="02020603050405020304" pitchFamily="18" charset="0"/>
              </a:rPr>
              <a:t>1.Authentication Module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User login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Credential validation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600" b="1" dirty="0">
                <a:cs typeface="Times New Roman" panose="02020603050405020304" pitchFamily="18" charset="0"/>
              </a:rPr>
              <a:t>2.Dashboard Module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Display upload option &amp; Show map view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Navigation control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600" b="1" dirty="0">
                <a:cs typeface="Times New Roman" panose="02020603050405020304" pitchFamily="18" charset="0"/>
              </a:rPr>
              <a:t>3.Visit Logging Module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Photo capture/upload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Visit reason selection &amp; Location capture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600" b="1" dirty="0">
                <a:cs typeface="Times New Roman" panose="02020603050405020304" pitchFamily="18" charset="0"/>
              </a:rPr>
              <a:t>4.Backend Processing Module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API handling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cs typeface="Times New Roman" panose="02020603050405020304" pitchFamily="18" charset="0"/>
              </a:rPr>
              <a:t>Data storage in database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846F90-C6AC-3408-EE03-C1470ADA98E7}"/>
              </a:ext>
            </a:extLst>
          </p:cNvPr>
          <p:cNvSpPr/>
          <p:nvPr/>
        </p:nvSpPr>
        <p:spPr>
          <a:xfrm>
            <a:off x="602342" y="267181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MODULE SPLIT-UP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3834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46" y="15240"/>
            <a:ext cx="111795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lang="en-US" sz="2800" dirty="0"/>
              <a:t>FUNCTIONAL REQUIREMENTS – VISITMAX MARKETING EXECUTIVE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8788" y="655320"/>
            <a:ext cx="3657600" cy="2103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/>
              <a:t>AUTHENTICATION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Splash screen branding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Login using mobile number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OTP verification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Password change flow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Forgot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3403" y="655320"/>
            <a:ext cx="3657600" cy="2103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/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Welcome with user name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Total visits summary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Pending visits summary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Upload photo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Select visit reason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View current location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Submit visit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2628" y="655320"/>
            <a:ext cx="3383280" cy="2103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>
                <a:solidFill>
                  <a:schemeClr val="bg1"/>
                </a:solidFill>
              </a:rPr>
              <a:t>REPORTS / ANALYTICS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Weekly / Monthly / Yearly performance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Total visits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Pending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Visit analytics bar chart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Performance metrics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Visit category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483" y="3032760"/>
            <a:ext cx="3657600" cy="2103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/>
              <a:t>VISIT REPORTING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Upload image / photo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Reason </a:t>
            </a:r>
            <a:r>
              <a:rPr sz="1400" dirty="0" err="1"/>
              <a:t>options:New</a:t>
            </a:r>
            <a:r>
              <a:rPr sz="1400" dirty="0"/>
              <a:t> Call, Issues, Payments, Follow Up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Location tracking / map display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Submit visit report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Success confirmation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403" y="3032760"/>
            <a:ext cx="3657600" cy="2103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/>
              <a:t>PROFILE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View executive details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Contact information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Location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Performance overview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Change password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Notifications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Logout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2628" y="3032760"/>
            <a:ext cx="3383280" cy="35617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/>
              <a:t>SETTINGS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Edit profile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Change password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Privacy &amp; security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Notification toggle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Location services toggle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Dark mode toggle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Language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IN" sz="1400" dirty="0"/>
              <a:t>Clear cache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About app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IN" sz="1400" dirty="0"/>
              <a:t>Help </a:t>
            </a:r>
            <a:r>
              <a:rPr lang="en-IN" sz="1400" dirty="0" err="1"/>
              <a:t>center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Terms &amp; conditions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Logout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483" y="5332096"/>
            <a:ext cx="7589520" cy="12623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lang="en-IN" dirty="0"/>
              <a:t>VISIT HISTORY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View all visit records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Filter: All / Completed / Pending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See clinic / client details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sz="1400" dirty="0"/>
              <a:t>View location and visit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DBD18A-2B53-D0C5-668D-D8E9E5F3439B}"/>
              </a:ext>
            </a:extLst>
          </p:cNvPr>
          <p:cNvSpPr txBox="1"/>
          <p:nvPr/>
        </p:nvSpPr>
        <p:spPr>
          <a:xfrm>
            <a:off x="1500649" y="1149476"/>
            <a:ext cx="10176386" cy="559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Mobile-first design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Easy one-hand navigation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Clear hierarchy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Consistent component usage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Professional and trustworthy visual tone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Scalable design system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Fast form completion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readability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Good tap targets for field use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Clean analytics presentation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8B697-8749-2012-FB45-0C967AF7851F}"/>
              </a:ext>
            </a:extLst>
          </p:cNvPr>
          <p:cNvSpPr/>
          <p:nvPr/>
        </p:nvSpPr>
        <p:spPr>
          <a:xfrm>
            <a:off x="602342" y="267181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67064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DEBB176-6172-F714-3303-2DDCA5C035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2233" y="1711185"/>
            <a:ext cx="9997424" cy="4529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Frontend: Vite, React, JavaScript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Styling: Html/CSS / Bootstrap / Tailwind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Framework : MVC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UIUX : Figma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Android :React native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IDE: Visual Studio </a:t>
            </a:r>
            <a:r>
              <a:rPr lang="en-IN" sz="2600" dirty="0" err="1"/>
              <a:t>Code,Android</a:t>
            </a:r>
            <a:r>
              <a:rPr lang="en-IN" sz="2600" dirty="0"/>
              <a:t> </a:t>
            </a:r>
            <a:r>
              <a:rPr lang="en-IN" sz="2600" dirty="0" err="1"/>
              <a:t>studio,emulator</a:t>
            </a:r>
            <a:endParaRPr lang="en-I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Browser: Local Server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Operating System: Windows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30653-4612-BB0C-A596-9E4605AADFE9}"/>
              </a:ext>
            </a:extLst>
          </p:cNvPr>
          <p:cNvSpPr/>
          <p:nvPr/>
        </p:nvSpPr>
        <p:spPr>
          <a:xfrm>
            <a:off x="602342" y="588663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cs typeface="Times New Roman" panose="02020603050405020304" pitchFamily="18" charset="0"/>
              </a:rPr>
              <a:t>SOFTWARE REQUIREMENTS &amp; TOOLS USED</a:t>
            </a:r>
            <a:endParaRPr lang="en-IN" sz="28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076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63DA42-73C9-66CD-B292-1F819D349B0B}"/>
              </a:ext>
            </a:extLst>
          </p:cNvPr>
          <p:cNvSpPr txBox="1"/>
          <p:nvPr/>
        </p:nvSpPr>
        <p:spPr>
          <a:xfrm>
            <a:off x="1285215" y="924324"/>
            <a:ext cx="8795657" cy="5933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Aft>
                <a:spcPts val="800"/>
              </a:spcAf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 prototype flow is</a:t>
            </a:r>
            <a:endParaRPr lang="en-IN" sz="2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Splash → Login → OTP → Dashboard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 → Report submission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 → History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 → Profile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Profile → Edit Profile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Settings → Change Password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 submit → Success screen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Aft>
                <a:spcPts val="800"/>
              </a:spcAf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a clean and realistic task 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691F7E-F5F7-6F06-C4C3-89C668731E23}"/>
              </a:ext>
            </a:extLst>
          </p:cNvPr>
          <p:cNvSpPr/>
          <p:nvPr/>
        </p:nvSpPr>
        <p:spPr>
          <a:xfrm>
            <a:off x="602340" y="194668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FLOW  </a:t>
            </a:r>
          </a:p>
        </p:txBody>
      </p:sp>
    </p:spTree>
    <p:extLst>
      <p:ext uri="{BB962C8B-B14F-4D97-AF65-F5344CB8AC3E}">
        <p14:creationId xmlns:p14="http://schemas.microsoft.com/office/powerpoint/2010/main" val="1856466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2" y="2241232"/>
            <a:ext cx="3200400" cy="6118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dirty="0"/>
              <a:t>View Layer</a:t>
            </a:r>
            <a:r>
              <a:rPr lang="en-US" dirty="0"/>
              <a:t>  </a:t>
            </a:r>
            <a:r>
              <a:rPr dirty="0"/>
              <a:t>(Mobile App 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676402" y="3366134"/>
            <a:ext cx="3200400" cy="6118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dirty="0"/>
              <a:t>Controller Layer</a:t>
            </a:r>
            <a:r>
              <a:rPr lang="en-US" dirty="0"/>
              <a:t> </a:t>
            </a:r>
            <a:r>
              <a:rPr dirty="0"/>
              <a:t>(Web 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1642" y="4409450"/>
            <a:ext cx="3200400" cy="6118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dirty="0"/>
              <a:t>Model Layer</a:t>
            </a:r>
            <a:r>
              <a:rPr lang="en-US" dirty="0"/>
              <a:t> </a:t>
            </a:r>
            <a:r>
              <a:rPr dirty="0"/>
              <a:t>(Database)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8854442" y="1171574"/>
            <a:ext cx="2286000" cy="5286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/>
              <a:t>User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2" y="1883092"/>
            <a:ext cx="2286000" cy="5286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/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854442" y="2614612"/>
            <a:ext cx="2286000" cy="5286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 dirty="0"/>
              <a:t>Upload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2" y="3366134"/>
            <a:ext cx="2286000" cy="5127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 dirty="0"/>
              <a:t>Select Visit Reason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854442" y="4077652"/>
            <a:ext cx="2286000" cy="4676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 dirty="0"/>
              <a:t>Capture Location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2" y="4764404"/>
            <a:ext cx="2286000" cy="4676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 dirty="0"/>
              <a:t>Submit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4442" y="5544502"/>
            <a:ext cx="2286000" cy="4676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sz="1600"/>
              <a:t>Application Server</a:t>
            </a:r>
          </a:p>
        </p:txBody>
      </p:sp>
      <p:cxnSp>
        <p:nvCxnSpPr>
          <p:cNvPr id="12" name="Connector 11"/>
          <p:cNvCxnSpPr>
            <a:cxnSpLocks/>
            <a:stCxn id="5" idx="2"/>
            <a:endCxn id="6" idx="0"/>
          </p:cNvCxnSpPr>
          <p:nvPr/>
        </p:nvCxnSpPr>
        <p:spPr>
          <a:xfrm flipH="1">
            <a:off x="7178042" y="1700212"/>
            <a:ext cx="2819400" cy="1828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6" idx="2"/>
            <a:endCxn id="7" idx="0"/>
          </p:cNvCxnSpPr>
          <p:nvPr/>
        </p:nvCxnSpPr>
        <p:spPr>
          <a:xfrm>
            <a:off x="7178042" y="2411730"/>
            <a:ext cx="2819400" cy="20288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7" idx="2"/>
            <a:endCxn id="8" idx="0"/>
          </p:cNvCxnSpPr>
          <p:nvPr/>
        </p:nvCxnSpPr>
        <p:spPr>
          <a:xfrm flipH="1">
            <a:off x="7178042" y="3143250"/>
            <a:ext cx="2819400" cy="22288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8" idx="2"/>
            <a:endCxn id="9" idx="0"/>
          </p:cNvCxnSpPr>
          <p:nvPr/>
        </p:nvCxnSpPr>
        <p:spPr>
          <a:xfrm>
            <a:off x="7178042" y="3878908"/>
            <a:ext cx="2819400" cy="19874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9" idx="2"/>
            <a:endCxn id="10" idx="0"/>
          </p:cNvCxnSpPr>
          <p:nvPr/>
        </p:nvCxnSpPr>
        <p:spPr>
          <a:xfrm flipH="1">
            <a:off x="7178042" y="4545330"/>
            <a:ext cx="2819400" cy="219074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10" idx="2"/>
            <a:endCxn id="11" idx="0"/>
          </p:cNvCxnSpPr>
          <p:nvPr/>
        </p:nvCxnSpPr>
        <p:spPr>
          <a:xfrm>
            <a:off x="7178042" y="5232082"/>
            <a:ext cx="2819400" cy="31242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C3B4B62-8B95-1F47-BAEB-2B6376CF27E2}"/>
              </a:ext>
            </a:extLst>
          </p:cNvPr>
          <p:cNvSpPr txBox="1"/>
          <p:nvPr/>
        </p:nvSpPr>
        <p:spPr>
          <a:xfrm>
            <a:off x="632460" y="474376"/>
            <a:ext cx="6091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cs typeface="Times New Roman" panose="02020603050405020304" pitchFamily="18" charset="0"/>
              </a:rPr>
              <a:t>ARCHITECTURE DIAGRAM </a:t>
            </a:r>
            <a:endParaRPr lang="en-IN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03B9-8418-F97C-5848-40E7E0E6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BDA66-8B71-2497-B271-61631351D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761" y="0"/>
            <a:ext cx="308123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54E09-02D0-D7FE-6F6D-78D7B0BE3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081239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2F9A93-4E19-4220-83AC-FAF4B119D881}"/>
              </a:ext>
            </a:extLst>
          </p:cNvPr>
          <p:cNvSpPr txBox="1"/>
          <p:nvPr/>
        </p:nvSpPr>
        <p:spPr>
          <a:xfrm>
            <a:off x="4000500" y="908423"/>
            <a:ext cx="4552950" cy="577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Splash wireframe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Brand logo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 identity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 identity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Minimal introduction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Login wireframe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Brand  at top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login form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Mobile number entry/OTP action button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 up link</a:t>
            </a:r>
          </a:p>
          <a:p>
            <a:pPr>
              <a:buNone/>
            </a:pPr>
            <a:r>
              <a:rPr lang="en-IN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Informational text at bottom</a:t>
            </a:r>
            <a:endParaRPr lang="en-I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55559-A7AE-E3B2-2EE0-96FB6F74455D}"/>
              </a:ext>
            </a:extLst>
          </p:cNvPr>
          <p:cNvSpPr/>
          <p:nvPr/>
        </p:nvSpPr>
        <p:spPr>
          <a:xfrm>
            <a:off x="3467101" y="194668"/>
            <a:ext cx="5314950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IREFRAME EXPLANATION</a:t>
            </a:r>
          </a:p>
        </p:txBody>
      </p:sp>
    </p:spTree>
    <p:extLst>
      <p:ext uri="{BB962C8B-B14F-4D97-AF65-F5344CB8AC3E}">
        <p14:creationId xmlns:p14="http://schemas.microsoft.com/office/powerpoint/2010/main" val="2349119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9CA14-7C47-EB2F-71A2-3D5050DB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F57089-5139-CB50-AF8D-786DE962A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471" y="0"/>
            <a:ext cx="306452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1F29ED-DA0F-7EB1-B92E-ECE9B94DC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8123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F44CA-677B-0682-2058-1C4C7AC1680C}"/>
              </a:ext>
            </a:extLst>
          </p:cNvPr>
          <p:cNvSpPr txBox="1"/>
          <p:nvPr/>
        </p:nvSpPr>
        <p:spPr>
          <a:xfrm>
            <a:off x="4129315" y="73066"/>
            <a:ext cx="6096000" cy="6784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OTP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Verification icon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Heading and instruction text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 input boxes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Timer/resend info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Verify button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 header with menu and profile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Welcome text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Photo upload section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 reason chips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Map/location section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Submit button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navigation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92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3A80-9C49-7C58-7DE3-B1FFD45C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20C7A5-432D-F5E5-EA16-3BAEA1340A36}"/>
              </a:ext>
            </a:extLst>
          </p:cNvPr>
          <p:cNvSpPr txBox="1"/>
          <p:nvPr/>
        </p:nvSpPr>
        <p:spPr>
          <a:xfrm>
            <a:off x="3782772" y="609600"/>
            <a:ext cx="4655117" cy="576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History &amp; Reports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Status tabs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Repeatable visit cards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Time-period switch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Analytics chart &amp; Performance bars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 category summary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Profile &amp;  Edit profile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profile </a:t>
            </a:r>
            <a:r>
              <a:rPr lang="en-IN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card,Avatar</a:t>
            </a: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edit &amp; Information card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Quick action buttons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 input fields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and secondary buttons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1AB73-3120-6F65-A734-1A7AF04B1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4" y="70473"/>
            <a:ext cx="3064529" cy="6550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329537-35A3-926E-3567-52B2D3850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919" y="38100"/>
            <a:ext cx="2956064" cy="661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9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57E2-8722-8EB6-6AB2-F618CC17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A786A-FF08-47CD-4941-007243CBA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375" y="0"/>
            <a:ext cx="308123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785179-044A-3694-5E67-648716E3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674"/>
            <a:ext cx="3009048" cy="697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01A8E0-710C-907D-0947-D79EEE3F1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" r="-1" b="2462"/>
          <a:stretch>
            <a:fillRect/>
          </a:stretch>
        </p:blipFill>
        <p:spPr>
          <a:xfrm>
            <a:off x="6201416" y="0"/>
            <a:ext cx="2963783" cy="67787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A4EF1F-2C10-0A6A-468C-9DF54FD42CBD}"/>
              </a:ext>
            </a:extLst>
          </p:cNvPr>
          <p:cNvSpPr txBox="1"/>
          <p:nvPr/>
        </p:nvSpPr>
        <p:spPr>
          <a:xfrm>
            <a:off x="3184247" y="2732315"/>
            <a:ext cx="2841969" cy="313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History &amp; Reports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Status tabs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Repeatable visit cards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Time-period switch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Analytics chart &amp; Performance bars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 category summary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D06B5-8494-4B84-9FE0-C5A384FB36A7}"/>
              </a:ext>
            </a:extLst>
          </p:cNvPr>
          <p:cNvSpPr txBox="1"/>
          <p:nvPr/>
        </p:nvSpPr>
        <p:spPr>
          <a:xfrm>
            <a:off x="3136914" y="291025"/>
            <a:ext cx="2963783" cy="20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Success wireframe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Confirmation icon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Success message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Submission details card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 summary card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89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F27E-B171-BFD6-F52A-F3567E66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432CF-0A2C-1429-0F95-A8B0E6471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761" y="0"/>
            <a:ext cx="308123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4DB139-29BF-1E34-50C3-406BB093F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1450"/>
            <a:ext cx="2989943" cy="7029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997825-B648-4E82-A943-95BA2DCF94B8}"/>
              </a:ext>
            </a:extLst>
          </p:cNvPr>
          <p:cNvSpPr txBox="1"/>
          <p:nvPr/>
        </p:nvSpPr>
        <p:spPr>
          <a:xfrm>
            <a:off x="4194628" y="595628"/>
            <a:ext cx="3686629" cy="5026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Settings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Grouped settings cards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Toggle switches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 section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Logout CTA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Change password wireframe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 illustration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 fields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 rule card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 password CTA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770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7C7F4A-0B8A-BE15-BD10-33E908827ED8}"/>
              </a:ext>
            </a:extLst>
          </p:cNvPr>
          <p:cNvSpPr txBox="1"/>
          <p:nvPr/>
        </p:nvSpPr>
        <p:spPr>
          <a:xfrm>
            <a:off x="602340" y="1456074"/>
            <a:ext cx="115896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 uses a simple, readable sans-serif style, likely suitable for mobile UI.</a:t>
            </a:r>
          </a:p>
          <a:p>
            <a:pPr>
              <a:spcAft>
                <a:spcPts val="800"/>
              </a:spcAft>
              <a:buNone/>
            </a:pPr>
            <a:r>
              <a:rPr lang="en-IN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Typography hierarchy visible</a:t>
            </a:r>
            <a:endParaRPr lang="en-IN" sz="2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 titles: bold, medium-large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Section titles: semibold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Placeholder text: regular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 labels: small regular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H1: 30–32 Bold                H2: 24–28 Bold                    H3: 20–22 Semibold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Body: 14–16 Regular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Caption: 12–13 Regular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Button: 16 Semibold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ED7CB-9B5C-2D32-0904-7727984C7E8C}"/>
              </a:ext>
            </a:extLst>
          </p:cNvPr>
          <p:cNvSpPr/>
          <p:nvPr/>
        </p:nvSpPr>
        <p:spPr>
          <a:xfrm>
            <a:off x="602340" y="385168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YPOGRAPHY</a:t>
            </a:r>
          </a:p>
        </p:txBody>
      </p:sp>
    </p:spTree>
    <p:extLst>
      <p:ext uri="{BB962C8B-B14F-4D97-AF65-F5344CB8AC3E}">
        <p14:creationId xmlns:p14="http://schemas.microsoft.com/office/powerpoint/2010/main" val="1384354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7771AA-DB33-58A3-7654-74F869036BC9}"/>
              </a:ext>
            </a:extLst>
          </p:cNvPr>
          <p:cNvSpPr/>
          <p:nvPr/>
        </p:nvSpPr>
        <p:spPr>
          <a:xfrm>
            <a:off x="602342" y="456387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OLOR PALETTE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35B96-7544-DBC0-C739-A7D8EFDA10A3}"/>
              </a:ext>
            </a:extLst>
          </p:cNvPr>
          <p:cNvSpPr txBox="1"/>
          <p:nvPr/>
        </p:nvSpPr>
        <p:spPr>
          <a:xfrm>
            <a:off x="602342" y="1396408"/>
            <a:ext cx="12587748" cy="52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design mostly uses a 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deep blue + orange + light </a:t>
            </a:r>
            <a:r>
              <a:rPr lang="en-IN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+ white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combination.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dark blue       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Used in headers, buttons, icons, active states, titles.</a:t>
            </a:r>
          </a:p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Approx:   #23206F to #27236F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Accent orange              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Used for CTA buttons and pending highlights.</a:t>
            </a:r>
          </a:p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Approx:  #D88A2B / #DA8B2A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Secondary </a:t>
            </a:r>
            <a:r>
              <a:rPr lang="en-IN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gray</a:t>
            </a: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 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Used for placeholders and support text.</a:t>
            </a:r>
          </a:p>
          <a:p>
            <a:pPr marL="1257300" lvl="2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Approx:  #7A7A7A / #8A8A8A</a:t>
            </a:r>
          </a:p>
          <a:p>
            <a:pPr lvl="1">
              <a:spcAft>
                <a:spcPts val="800"/>
              </a:spcAf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palette works well for a professional field app</a:t>
            </a:r>
            <a:r>
              <a:rPr lang="en-IN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1758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EE29DA-3F53-B394-1AAE-6A9AB4FBC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37805"/>
              </p:ext>
            </p:extLst>
          </p:nvPr>
        </p:nvGraphicFramePr>
        <p:xfrm>
          <a:off x="247650" y="648929"/>
          <a:ext cx="11563350" cy="60566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54450">
                  <a:extLst>
                    <a:ext uri="{9D8B030D-6E8A-4147-A177-3AD203B41FA5}">
                      <a16:colId xmlns:a16="http://schemas.microsoft.com/office/drawing/2014/main" val="3686623539"/>
                    </a:ext>
                  </a:extLst>
                </a:gridCol>
                <a:gridCol w="3854450">
                  <a:extLst>
                    <a:ext uri="{9D8B030D-6E8A-4147-A177-3AD203B41FA5}">
                      <a16:colId xmlns:a16="http://schemas.microsoft.com/office/drawing/2014/main" val="532890003"/>
                    </a:ext>
                  </a:extLst>
                </a:gridCol>
                <a:gridCol w="3854450">
                  <a:extLst>
                    <a:ext uri="{9D8B030D-6E8A-4147-A177-3AD203B41FA5}">
                      <a16:colId xmlns:a16="http://schemas.microsoft.com/office/drawing/2014/main" val="2994369077"/>
                    </a:ext>
                  </a:extLst>
                </a:gridCol>
              </a:tblGrid>
              <a:tr h="50719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Color Preview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Color Code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Percentage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317889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⬜ White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#FFFFFF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9991591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🟦 Deep Indigo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#1E1B5E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5784573"/>
                  </a:ext>
                </a:extLst>
              </a:tr>
              <a:tr h="5416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⬛ Dark Gray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#666666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4388462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◻️ Medium Gray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#999999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6656398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◻️ Light Gray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#E0E0E0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983161"/>
                  </a:ext>
                </a:extLst>
              </a:tr>
              <a:tr h="5416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⬛ Charcoal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#333333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269161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🟩 Success Green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#4CAF50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9868454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🟧 Orange Accent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#D4842A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6230469"/>
                  </a:ext>
                </a:extLst>
              </a:tr>
              <a:tr h="5416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🟪 Linear Gradient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Linear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77699558"/>
                  </a:ext>
                </a:extLst>
              </a:tr>
              <a:tr h="5606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🟩 Success Green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#4CAF50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14.9%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5649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8D6537-3A97-6C85-FB12-00597EAB17BD}"/>
              </a:ext>
            </a:extLst>
          </p:cNvPr>
          <p:cNvSpPr txBox="1"/>
          <p:nvPr/>
        </p:nvSpPr>
        <p:spPr>
          <a:xfrm>
            <a:off x="247650" y="152403"/>
            <a:ext cx="6096000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SELECTION  COLORS IN WIREFRAME 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97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629AB0-6F03-94FA-5CBE-C4DFBCA23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552317"/>
              </p:ext>
            </p:extLst>
          </p:nvPr>
        </p:nvGraphicFramePr>
        <p:xfrm>
          <a:off x="152400" y="133351"/>
          <a:ext cx="11894457" cy="6586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4819">
                  <a:extLst>
                    <a:ext uri="{9D8B030D-6E8A-4147-A177-3AD203B41FA5}">
                      <a16:colId xmlns:a16="http://schemas.microsoft.com/office/drawing/2014/main" val="1653145780"/>
                    </a:ext>
                  </a:extLst>
                </a:gridCol>
                <a:gridCol w="3964819">
                  <a:extLst>
                    <a:ext uri="{9D8B030D-6E8A-4147-A177-3AD203B41FA5}">
                      <a16:colId xmlns:a16="http://schemas.microsoft.com/office/drawing/2014/main" val="418918194"/>
                    </a:ext>
                  </a:extLst>
                </a:gridCol>
                <a:gridCol w="3964819">
                  <a:extLst>
                    <a:ext uri="{9D8B030D-6E8A-4147-A177-3AD203B41FA5}">
                      <a16:colId xmlns:a16="http://schemas.microsoft.com/office/drawing/2014/main" val="3300427979"/>
                    </a:ext>
                  </a:extLst>
                </a:gridCol>
              </a:tblGrid>
              <a:tr h="4946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🟩 Success Green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#4CAF50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9.8%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1523495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◻️ Border Gray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#D0D0D0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7696946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⬜ Soft White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#F5F5F5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8528234"/>
                  </a:ext>
                </a:extLst>
              </a:tr>
              <a:tr h="4946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🟪 Linear Gradient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Linear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53210729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🟦 Bright Blue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#2196F3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507336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🟦 Deep Indigo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#1E1B5E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9.8%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93775866"/>
                  </a:ext>
                </a:extLst>
              </a:tr>
              <a:tr h="4946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🟨 Mustard Gold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#C96B00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4220630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🟧 Orange Accent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#D4842A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14.9%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4182245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⬜ Off White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#F8F8F8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8493059"/>
                  </a:ext>
                </a:extLst>
              </a:tr>
              <a:tr h="49465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⬜ White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#FFFFFF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69.8%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7201692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⬛ Black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#000000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100%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08176139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🟦 Bright Blue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#2196F3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14.9%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6006370"/>
                  </a:ext>
                </a:extLst>
              </a:tr>
              <a:tr h="51201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🟪 Purple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</a:rPr>
                        <a:t>#9C27B0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100%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9260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764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FAD4A6-6F58-D740-7B77-D55474D8934D}"/>
              </a:ext>
            </a:extLst>
          </p:cNvPr>
          <p:cNvSpPr/>
          <p:nvPr/>
        </p:nvSpPr>
        <p:spPr>
          <a:xfrm>
            <a:off x="552451" y="653142"/>
            <a:ext cx="4838700" cy="5976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Navigation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header bar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navigation with four items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Inputs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Mobile number field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 field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OTP boxes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Edit profile fields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Buttons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filled button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Secondary outlined button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Save button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Cancel button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03BCB-A5B7-9848-918A-58EABF10E913}"/>
              </a:ext>
            </a:extLst>
          </p:cNvPr>
          <p:cNvSpPr/>
          <p:nvPr/>
        </p:nvSpPr>
        <p:spPr>
          <a:xfrm>
            <a:off x="6800850" y="653143"/>
            <a:ext cx="4838700" cy="5976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Selection controls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Reason chips/radio options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Segmented tabs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Toggle switches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Status elements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Completed badge ,Pending badge &amp; Success indicators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 requirement checklist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Media/utility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Upload box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Map section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Profile avatar with edit badge</a:t>
            </a:r>
            <a:endParaRPr lang="en-IN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Chart blocks  &amp; Progress bars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194FB-03BC-3C3E-1867-62BFFA32306C}"/>
              </a:ext>
            </a:extLst>
          </p:cNvPr>
          <p:cNvSpPr txBox="1"/>
          <p:nvPr/>
        </p:nvSpPr>
        <p:spPr>
          <a:xfrm>
            <a:off x="228600" y="0"/>
            <a:ext cx="6096000" cy="95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COMPONENTS USED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66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752EF-19FC-7DDA-93FC-190ACCF879BB}"/>
              </a:ext>
            </a:extLst>
          </p:cNvPr>
          <p:cNvSpPr txBox="1"/>
          <p:nvPr/>
        </p:nvSpPr>
        <p:spPr>
          <a:xfrm>
            <a:off x="1457764" y="940856"/>
            <a:ext cx="10131893" cy="563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Splash → </a:t>
            </a:r>
            <a:r>
              <a:rPr lang="en-IN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Login→Get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OTP → OTP Screen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Verify → Dashboard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 Home → Dashboard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 History → History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 Reports → Reports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Bottom nav Settings → Settings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Profile icon/menu → </a:t>
            </a:r>
            <a:r>
              <a:rPr lang="en-IN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Profile→Edit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icon → Edit Profile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Change Password option → Change Password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Submit → Success Screen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 to Dashboard → Dashboard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 Details → History or report details screen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B40F79-C772-8998-F1DF-93F8A786B54F}"/>
              </a:ext>
            </a:extLst>
          </p:cNvPr>
          <p:cNvSpPr/>
          <p:nvPr/>
        </p:nvSpPr>
        <p:spPr>
          <a:xfrm>
            <a:off x="602342" y="279703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PROTOTYPE INTERACTIONS TO BUILD</a:t>
            </a:r>
            <a:endParaRPr lang="en-IN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9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37549-6E19-3B4D-6B8E-A1C9AD0EAF08}"/>
              </a:ext>
            </a:extLst>
          </p:cNvPr>
          <p:cNvSpPr txBox="1"/>
          <p:nvPr/>
        </p:nvSpPr>
        <p:spPr>
          <a:xfrm>
            <a:off x="438149" y="1226287"/>
            <a:ext cx="11315700" cy="5117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</a:t>
            </a:r>
            <a:r>
              <a:rPr lang="en-IN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VisitMax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a practical and professional mobile app design created to simplify the day-to-day workflow of marketing executives. From secure login to successful visit submission, the experience is structured to support real field use with minimal friction. The design combines: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professional branding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efficient workflow planning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clear hierarchy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reusable components</a:t>
            </a: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performance-focused features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Overall, </a:t>
            </a:r>
            <a:r>
              <a:rPr lang="en-IN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VisitMax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demonstrates how a mobile UI can improve reporting accuracy, operational speed, and user confidence in a field-based business environment.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72EAB-FFBA-4DE5-E1AD-3BEEC31F7DDE}"/>
              </a:ext>
            </a:extLst>
          </p:cNvPr>
          <p:cNvSpPr/>
          <p:nvPr/>
        </p:nvSpPr>
        <p:spPr>
          <a:xfrm>
            <a:off x="602342" y="355137"/>
            <a:ext cx="10987315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ONCLUSION</a:t>
            </a:r>
          </a:p>
        </p:txBody>
      </p:sp>
    </p:spTree>
    <p:extLst>
      <p:ext uri="{BB962C8B-B14F-4D97-AF65-F5344CB8AC3E}">
        <p14:creationId xmlns:p14="http://schemas.microsoft.com/office/powerpoint/2010/main" val="2151029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</TotalTime>
  <Words>1477</Words>
  <Application>Microsoft Office PowerPoint</Application>
  <PresentationFormat>Widescreen</PresentationFormat>
  <Paragraphs>394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B R</dc:creator>
  <cp:lastModifiedBy>Vasanth Selvaraj</cp:lastModifiedBy>
  <cp:revision>9</cp:revision>
  <dcterms:created xsi:type="dcterms:W3CDTF">2026-01-08T07:19:40Z</dcterms:created>
  <dcterms:modified xsi:type="dcterms:W3CDTF">2026-03-12T21:03:32Z</dcterms:modified>
</cp:coreProperties>
</file>